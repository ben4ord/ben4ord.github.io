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8" r:id="rId11"/>
    <p:sldId id="265" r:id="rId12"/>
    <p:sldId id="269" r:id="rId13"/>
    <p:sldId id="266" r:id="rId14"/>
    <p:sldId id="272" r:id="rId15"/>
    <p:sldId id="271" r:id="rId16"/>
    <p:sldId id="270" r:id="rId17"/>
    <p:sldId id="26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6" d="100"/>
          <a:sy n="86" d="100"/>
        </p:scale>
        <p:origin x="1536"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uart Schneider" userId="13dcbca667a80219" providerId="LiveId" clId="{EE9D88E5-2EF7-4AE3-914C-A70CDBEC699A}"/>
    <pc:docChg chg="custSel addSld delSld modSld sldOrd">
      <pc:chgData name="Stuart Schneider" userId="13dcbca667a80219" providerId="LiveId" clId="{EE9D88E5-2EF7-4AE3-914C-A70CDBEC699A}" dt="2025-08-13T14:31:36.673" v="5514" actId="1076"/>
      <pc:docMkLst>
        <pc:docMk/>
      </pc:docMkLst>
      <pc:sldChg chg="addSp delSp modSp mod">
        <pc:chgData name="Stuart Schneider" userId="13dcbca667a80219" providerId="LiveId" clId="{EE9D88E5-2EF7-4AE3-914C-A70CDBEC699A}" dt="2025-08-13T13:54:17.530" v="4432" actId="1076"/>
        <pc:sldMkLst>
          <pc:docMk/>
          <pc:sldMk cId="1822682201" sldId="256"/>
        </pc:sldMkLst>
        <pc:spChg chg="mod">
          <ac:chgData name="Stuart Schneider" userId="13dcbca667a80219" providerId="LiveId" clId="{EE9D88E5-2EF7-4AE3-914C-A70CDBEC699A}" dt="2025-08-12T23:49:51.955" v="3242" actId="27636"/>
          <ac:spMkLst>
            <pc:docMk/>
            <pc:sldMk cId="1822682201" sldId="256"/>
            <ac:spMk id="2" creationId="{856E4FE2-9B4F-AD96-6B72-54D0A6387B0E}"/>
          </ac:spMkLst>
        </pc:spChg>
        <pc:spChg chg="mod">
          <ac:chgData name="Stuart Schneider" userId="13dcbca667a80219" providerId="LiveId" clId="{EE9D88E5-2EF7-4AE3-914C-A70CDBEC699A}" dt="2025-08-13T13:54:17.530" v="4432" actId="1076"/>
          <ac:spMkLst>
            <pc:docMk/>
            <pc:sldMk cId="1822682201" sldId="256"/>
            <ac:spMk id="3" creationId="{01ECB790-A308-5F68-B064-3687B293FC0A}"/>
          </ac:spMkLst>
        </pc:spChg>
        <pc:spChg chg="add mod">
          <ac:chgData name="Stuart Schneider" userId="13dcbca667a80219" providerId="LiveId" clId="{EE9D88E5-2EF7-4AE3-914C-A70CDBEC699A}" dt="2025-08-13T00:20:25.757" v="3887" actId="1076"/>
          <ac:spMkLst>
            <pc:docMk/>
            <pc:sldMk cId="1822682201" sldId="256"/>
            <ac:spMk id="10" creationId="{16BE3C3A-51D0-882F-4A21-7D214EBD6005}"/>
          </ac:spMkLst>
        </pc:spChg>
        <pc:spChg chg="add del mod">
          <ac:chgData name="Stuart Schneider" userId="13dcbca667a80219" providerId="LiveId" clId="{EE9D88E5-2EF7-4AE3-914C-A70CDBEC699A}" dt="2025-08-13T00:18:40.931" v="3749"/>
          <ac:spMkLst>
            <pc:docMk/>
            <pc:sldMk cId="1822682201" sldId="256"/>
            <ac:spMk id="11" creationId="{EA779E5C-D19B-0546-93BC-54FCC7636ED8}"/>
          </ac:spMkLst>
        </pc:spChg>
        <pc:picChg chg="add mod ord">
          <ac:chgData name="Stuart Schneider" userId="13dcbca667a80219" providerId="LiveId" clId="{EE9D88E5-2EF7-4AE3-914C-A70CDBEC699A}" dt="2025-08-13T13:54:13.118" v="4431" actId="1076"/>
          <ac:picMkLst>
            <pc:docMk/>
            <pc:sldMk cId="1822682201" sldId="256"/>
            <ac:picMk id="9" creationId="{88FFBFDD-4AC9-D22E-2D52-DF3108CC267A}"/>
          </ac:picMkLst>
        </pc:picChg>
      </pc:sldChg>
      <pc:sldChg chg="addSp delSp modSp new mod">
        <pc:chgData name="Stuart Schneider" userId="13dcbca667a80219" providerId="LiveId" clId="{EE9D88E5-2EF7-4AE3-914C-A70CDBEC699A}" dt="2025-08-12T23:52:20.062" v="3260" actId="255"/>
        <pc:sldMkLst>
          <pc:docMk/>
          <pc:sldMk cId="1137792606" sldId="257"/>
        </pc:sldMkLst>
        <pc:spChg chg="mod">
          <ac:chgData name="Stuart Schneider" userId="13dcbca667a80219" providerId="LiveId" clId="{EE9D88E5-2EF7-4AE3-914C-A70CDBEC699A}" dt="2025-08-12T23:52:01.905" v="3258" actId="207"/>
          <ac:spMkLst>
            <pc:docMk/>
            <pc:sldMk cId="1137792606" sldId="257"/>
            <ac:spMk id="2" creationId="{FE8250D0-23D2-5668-31A8-CC9DCDCE1CFD}"/>
          </ac:spMkLst>
        </pc:spChg>
        <pc:spChg chg="del">
          <ac:chgData name="Stuart Schneider" userId="13dcbca667a80219" providerId="LiveId" clId="{EE9D88E5-2EF7-4AE3-914C-A70CDBEC699A}" dt="2025-08-12T22:47:27.192" v="104" actId="931"/>
          <ac:spMkLst>
            <pc:docMk/>
            <pc:sldMk cId="1137792606" sldId="257"/>
            <ac:spMk id="3" creationId="{63653CF2-9F3F-8D12-1DBC-E78E40F06BAC}"/>
          </ac:spMkLst>
        </pc:spChg>
        <pc:spChg chg="add del mod">
          <ac:chgData name="Stuart Schneider" userId="13dcbca667a80219" providerId="LiveId" clId="{EE9D88E5-2EF7-4AE3-914C-A70CDBEC699A}" dt="2025-08-12T22:47:36.083" v="105" actId="478"/>
          <ac:spMkLst>
            <pc:docMk/>
            <pc:sldMk cId="1137792606" sldId="257"/>
            <ac:spMk id="6" creationId="{C0538666-5415-6CCF-6C94-4398413D5781}"/>
          </ac:spMkLst>
        </pc:spChg>
        <pc:spChg chg="add mod">
          <ac:chgData name="Stuart Schneider" userId="13dcbca667a80219" providerId="LiveId" clId="{EE9D88E5-2EF7-4AE3-914C-A70CDBEC699A}" dt="2025-08-12T23:52:20.062" v="3260" actId="255"/>
          <ac:spMkLst>
            <pc:docMk/>
            <pc:sldMk cId="1137792606" sldId="257"/>
            <ac:spMk id="8" creationId="{D5961868-79B1-0D55-1383-F49A7E019670}"/>
          </ac:spMkLst>
        </pc:spChg>
        <pc:picChg chg="add del mod">
          <ac:chgData name="Stuart Schneider" userId="13dcbca667a80219" providerId="LiveId" clId="{EE9D88E5-2EF7-4AE3-914C-A70CDBEC699A}" dt="2025-08-12T22:47:36.083" v="105" actId="478"/>
          <ac:picMkLst>
            <pc:docMk/>
            <pc:sldMk cId="1137792606" sldId="257"/>
            <ac:picMk id="5" creationId="{DFA892FB-373C-DBA3-E8A0-2BC29267F840}"/>
          </ac:picMkLst>
        </pc:picChg>
        <pc:picChg chg="add mod ord">
          <ac:chgData name="Stuart Schneider" userId="13dcbca667a80219" providerId="LiveId" clId="{EE9D88E5-2EF7-4AE3-914C-A70CDBEC699A}" dt="2025-08-12T22:57:51.430" v="747" actId="14100"/>
          <ac:picMkLst>
            <pc:docMk/>
            <pc:sldMk cId="1137792606" sldId="257"/>
            <ac:picMk id="10" creationId="{A4F4A6EF-ECA9-A7F1-E348-E7986830042A}"/>
          </ac:picMkLst>
        </pc:picChg>
      </pc:sldChg>
      <pc:sldChg chg="addSp modSp new mod">
        <pc:chgData name="Stuart Schneider" userId="13dcbca667a80219" providerId="LiveId" clId="{EE9D88E5-2EF7-4AE3-914C-A70CDBEC699A}" dt="2025-08-12T23:51:23.258" v="3255" actId="207"/>
        <pc:sldMkLst>
          <pc:docMk/>
          <pc:sldMk cId="1730816701" sldId="258"/>
        </pc:sldMkLst>
        <pc:spChg chg="mod">
          <ac:chgData name="Stuart Schneider" userId="13dcbca667a80219" providerId="LiveId" clId="{EE9D88E5-2EF7-4AE3-914C-A70CDBEC699A}" dt="2025-08-12T23:51:06.726" v="3253" actId="113"/>
          <ac:spMkLst>
            <pc:docMk/>
            <pc:sldMk cId="1730816701" sldId="258"/>
            <ac:spMk id="2" creationId="{E6854BDB-3F44-E8E9-3C7D-568C07AD12B3}"/>
          </ac:spMkLst>
        </pc:spChg>
        <pc:spChg chg="mod">
          <ac:chgData name="Stuart Schneider" userId="13dcbca667a80219" providerId="LiveId" clId="{EE9D88E5-2EF7-4AE3-914C-A70CDBEC699A}" dt="2025-08-12T23:51:23.258" v="3255" actId="207"/>
          <ac:spMkLst>
            <pc:docMk/>
            <pc:sldMk cId="1730816701" sldId="258"/>
            <ac:spMk id="3" creationId="{7030609B-1195-1309-427F-EEB04C2AE7EA}"/>
          </ac:spMkLst>
        </pc:spChg>
        <pc:picChg chg="add mod ord">
          <ac:chgData name="Stuart Schneider" userId="13dcbca667a80219" providerId="LiveId" clId="{EE9D88E5-2EF7-4AE3-914C-A70CDBEC699A}" dt="2025-08-12T23:09:09.911" v="1350" actId="14100"/>
          <ac:picMkLst>
            <pc:docMk/>
            <pc:sldMk cId="1730816701" sldId="258"/>
            <ac:picMk id="5" creationId="{6D706DF3-CAE2-3704-0E97-35E8D99E9636}"/>
          </ac:picMkLst>
        </pc:picChg>
      </pc:sldChg>
      <pc:sldChg chg="addSp modSp new mod">
        <pc:chgData name="Stuart Schneider" userId="13dcbca667a80219" providerId="LiveId" clId="{EE9D88E5-2EF7-4AE3-914C-A70CDBEC699A}" dt="2025-08-12T23:57:41.305" v="3314" actId="6549"/>
        <pc:sldMkLst>
          <pc:docMk/>
          <pc:sldMk cId="2763270217" sldId="259"/>
        </pc:sldMkLst>
        <pc:spChg chg="mod">
          <ac:chgData name="Stuart Schneider" userId="13dcbca667a80219" providerId="LiveId" clId="{EE9D88E5-2EF7-4AE3-914C-A70CDBEC699A}" dt="2025-08-12T23:57:41.305" v="3314" actId="6549"/>
          <ac:spMkLst>
            <pc:docMk/>
            <pc:sldMk cId="2763270217" sldId="259"/>
            <ac:spMk id="2" creationId="{FDDCF9F2-43A2-8BF3-D330-3B80D5DB451C}"/>
          </ac:spMkLst>
        </pc:spChg>
        <pc:spChg chg="mod">
          <ac:chgData name="Stuart Schneider" userId="13dcbca667a80219" providerId="LiveId" clId="{EE9D88E5-2EF7-4AE3-914C-A70CDBEC699A}" dt="2025-08-12T23:54:21.409" v="3275" actId="14100"/>
          <ac:spMkLst>
            <pc:docMk/>
            <pc:sldMk cId="2763270217" sldId="259"/>
            <ac:spMk id="3" creationId="{21DBD240-0907-1237-1F60-322F2CC21000}"/>
          </ac:spMkLst>
        </pc:spChg>
        <pc:picChg chg="add mod ord">
          <ac:chgData name="Stuart Schneider" userId="13dcbca667a80219" providerId="LiveId" clId="{EE9D88E5-2EF7-4AE3-914C-A70CDBEC699A}" dt="2025-08-12T23:54:27.018" v="3276" actId="14100"/>
          <ac:picMkLst>
            <pc:docMk/>
            <pc:sldMk cId="2763270217" sldId="259"/>
            <ac:picMk id="5" creationId="{A89004A5-2E99-380A-983B-2F4789EC2A40}"/>
          </ac:picMkLst>
        </pc:picChg>
      </pc:sldChg>
      <pc:sldChg chg="addSp modSp new mod">
        <pc:chgData name="Stuart Schneider" userId="13dcbca667a80219" providerId="LiveId" clId="{EE9D88E5-2EF7-4AE3-914C-A70CDBEC699A}" dt="2025-08-12T23:49:59.309" v="3246" actId="1076"/>
        <pc:sldMkLst>
          <pc:docMk/>
          <pc:sldMk cId="8226502" sldId="260"/>
        </pc:sldMkLst>
        <pc:spChg chg="mod">
          <ac:chgData name="Stuart Schneider" userId="13dcbca667a80219" providerId="LiveId" clId="{EE9D88E5-2EF7-4AE3-914C-A70CDBEC699A}" dt="2025-08-12T23:49:59.309" v="3246" actId="1076"/>
          <ac:spMkLst>
            <pc:docMk/>
            <pc:sldMk cId="8226502" sldId="260"/>
            <ac:spMk id="2" creationId="{522F5E34-21F4-5682-D988-E97D9B61C720}"/>
          </ac:spMkLst>
        </pc:spChg>
        <pc:spChg chg="mod">
          <ac:chgData name="Stuart Schneider" userId="13dcbca667a80219" providerId="LiveId" clId="{EE9D88E5-2EF7-4AE3-914C-A70CDBEC699A}" dt="2025-08-12T23:49:23.883" v="3240" actId="14100"/>
          <ac:spMkLst>
            <pc:docMk/>
            <pc:sldMk cId="8226502" sldId="260"/>
            <ac:spMk id="3" creationId="{0B9E6998-B64D-7E15-E310-9FAD3D1F1DE5}"/>
          </ac:spMkLst>
        </pc:spChg>
        <pc:picChg chg="add mod">
          <ac:chgData name="Stuart Schneider" userId="13dcbca667a80219" providerId="LiveId" clId="{EE9D88E5-2EF7-4AE3-914C-A70CDBEC699A}" dt="2025-08-12T23:49:07.290" v="3239" actId="1076"/>
          <ac:picMkLst>
            <pc:docMk/>
            <pc:sldMk cId="8226502" sldId="260"/>
            <ac:picMk id="5" creationId="{94A39461-3D90-0AF2-1FD5-B93D4075FDFD}"/>
          </ac:picMkLst>
        </pc:picChg>
      </pc:sldChg>
      <pc:sldChg chg="addSp delSp modSp new mod">
        <pc:chgData name="Stuart Schneider" userId="13dcbca667a80219" providerId="LiveId" clId="{EE9D88E5-2EF7-4AE3-914C-A70CDBEC699A}" dt="2025-08-13T00:15:55.673" v="3646" actId="14100"/>
        <pc:sldMkLst>
          <pc:docMk/>
          <pc:sldMk cId="2592882130" sldId="261"/>
        </pc:sldMkLst>
        <pc:spChg chg="mod">
          <ac:chgData name="Stuart Schneider" userId="13dcbca667a80219" providerId="LiveId" clId="{EE9D88E5-2EF7-4AE3-914C-A70CDBEC699A}" dt="2025-08-13T00:09:56.270" v="3380" actId="20577"/>
          <ac:spMkLst>
            <pc:docMk/>
            <pc:sldMk cId="2592882130" sldId="261"/>
            <ac:spMk id="2" creationId="{89E7A638-9A8F-9864-7763-BA25EE98EC81}"/>
          </ac:spMkLst>
        </pc:spChg>
        <pc:spChg chg="del mod">
          <ac:chgData name="Stuart Schneider" userId="13dcbca667a80219" providerId="LiveId" clId="{EE9D88E5-2EF7-4AE3-914C-A70CDBEC699A}" dt="2025-08-13T00:07:30.359" v="3344" actId="931"/>
          <ac:spMkLst>
            <pc:docMk/>
            <pc:sldMk cId="2592882130" sldId="261"/>
            <ac:spMk id="3" creationId="{DCB4E6F9-3BAC-FA66-5FE4-8D96C3D63F9E}"/>
          </ac:spMkLst>
        </pc:spChg>
        <pc:spChg chg="add mod">
          <ac:chgData name="Stuart Schneider" userId="13dcbca667a80219" providerId="LiveId" clId="{EE9D88E5-2EF7-4AE3-914C-A70CDBEC699A}" dt="2025-08-13T00:15:55.673" v="3646" actId="14100"/>
          <ac:spMkLst>
            <pc:docMk/>
            <pc:sldMk cId="2592882130" sldId="261"/>
            <ac:spMk id="14" creationId="{4C2D5475-BBCA-C19F-98E7-9FEF284ED1FA}"/>
          </ac:spMkLst>
        </pc:spChg>
        <pc:picChg chg="add mod">
          <ac:chgData name="Stuart Schneider" userId="13dcbca667a80219" providerId="LiveId" clId="{EE9D88E5-2EF7-4AE3-914C-A70CDBEC699A}" dt="2025-08-13T00:09:17.428" v="3367" actId="1076"/>
          <ac:picMkLst>
            <pc:docMk/>
            <pc:sldMk cId="2592882130" sldId="261"/>
            <ac:picMk id="5" creationId="{565172FB-4CE2-74BE-322F-CA9CF041DC6A}"/>
          </ac:picMkLst>
        </pc:picChg>
        <pc:picChg chg="add mod">
          <ac:chgData name="Stuart Schneider" userId="13dcbca667a80219" providerId="LiveId" clId="{EE9D88E5-2EF7-4AE3-914C-A70CDBEC699A}" dt="2025-08-13T00:09:31.069" v="3371" actId="1076"/>
          <ac:picMkLst>
            <pc:docMk/>
            <pc:sldMk cId="2592882130" sldId="261"/>
            <ac:picMk id="7" creationId="{2B2D8B80-282C-D829-1562-674DCFDBF109}"/>
          </ac:picMkLst>
        </pc:picChg>
        <pc:picChg chg="add mod ord">
          <ac:chgData name="Stuart Schneider" userId="13dcbca667a80219" providerId="LiveId" clId="{EE9D88E5-2EF7-4AE3-914C-A70CDBEC699A}" dt="2025-08-13T00:09:26.964" v="3370" actId="1076"/>
          <ac:picMkLst>
            <pc:docMk/>
            <pc:sldMk cId="2592882130" sldId="261"/>
            <ac:picMk id="9" creationId="{95B10C69-5864-FA32-94CF-EC7CB4A414CB}"/>
          </ac:picMkLst>
        </pc:picChg>
        <pc:picChg chg="add mod">
          <ac:chgData name="Stuart Schneider" userId="13dcbca667a80219" providerId="LiveId" clId="{EE9D88E5-2EF7-4AE3-914C-A70CDBEC699A}" dt="2025-08-13T00:09:22.660" v="3369" actId="14100"/>
          <ac:picMkLst>
            <pc:docMk/>
            <pc:sldMk cId="2592882130" sldId="261"/>
            <ac:picMk id="11" creationId="{4D1F9A7D-321D-B572-9375-37FD69F48C26}"/>
          </ac:picMkLst>
        </pc:picChg>
        <pc:picChg chg="add mod">
          <ac:chgData name="Stuart Schneider" userId="13dcbca667a80219" providerId="LiveId" clId="{EE9D88E5-2EF7-4AE3-914C-A70CDBEC699A}" dt="2025-08-13T00:09:05.290" v="3365" actId="1076"/>
          <ac:picMkLst>
            <pc:docMk/>
            <pc:sldMk cId="2592882130" sldId="261"/>
            <ac:picMk id="13" creationId="{5005E727-3BD5-09F2-600E-8D565CFD30F3}"/>
          </ac:picMkLst>
        </pc:picChg>
      </pc:sldChg>
      <pc:sldChg chg="modSp new mod">
        <pc:chgData name="Stuart Schneider" userId="13dcbca667a80219" providerId="LiveId" clId="{EE9D88E5-2EF7-4AE3-914C-A70CDBEC699A}" dt="2025-08-13T00:10:19.320" v="3398" actId="14100"/>
        <pc:sldMkLst>
          <pc:docMk/>
          <pc:sldMk cId="2700819111" sldId="262"/>
        </pc:sldMkLst>
        <pc:spChg chg="mod">
          <ac:chgData name="Stuart Schneider" userId="13dcbca667a80219" providerId="LiveId" clId="{EE9D88E5-2EF7-4AE3-914C-A70CDBEC699A}" dt="2025-08-13T00:10:19.320" v="3398" actId="14100"/>
          <ac:spMkLst>
            <pc:docMk/>
            <pc:sldMk cId="2700819111" sldId="262"/>
            <ac:spMk id="2" creationId="{E1211AB4-3F64-A015-045E-C7941A2C4969}"/>
          </ac:spMkLst>
        </pc:spChg>
        <pc:spChg chg="mod">
          <ac:chgData name="Stuart Schneider" userId="13dcbca667a80219" providerId="LiveId" clId="{EE9D88E5-2EF7-4AE3-914C-A70CDBEC699A}" dt="2025-08-13T00:10:11.375" v="3382" actId="1076"/>
          <ac:spMkLst>
            <pc:docMk/>
            <pc:sldMk cId="2700819111" sldId="262"/>
            <ac:spMk id="3" creationId="{616022A5-59D3-3B79-BC81-D56C06AE1A5C}"/>
          </ac:spMkLst>
        </pc:spChg>
      </pc:sldChg>
      <pc:sldChg chg="modSp new del mod">
        <pc:chgData name="Stuart Schneider" userId="13dcbca667a80219" providerId="LiveId" clId="{EE9D88E5-2EF7-4AE3-914C-A70CDBEC699A}" dt="2025-08-12T23:58:54.256" v="3318" actId="47"/>
        <pc:sldMkLst>
          <pc:docMk/>
          <pc:sldMk cId="337177538" sldId="263"/>
        </pc:sldMkLst>
        <pc:spChg chg="mod">
          <ac:chgData name="Stuart Schneider" userId="13dcbca667a80219" providerId="LiveId" clId="{EE9D88E5-2EF7-4AE3-914C-A70CDBEC699A}" dt="2025-08-12T23:58:03.585" v="3316" actId="1076"/>
          <ac:spMkLst>
            <pc:docMk/>
            <pc:sldMk cId="337177538" sldId="263"/>
            <ac:spMk id="2" creationId="{B9368DDD-EF4D-FC7F-C5DB-589ED8D9188F}"/>
          </ac:spMkLst>
        </pc:spChg>
        <pc:spChg chg="mod">
          <ac:chgData name="Stuart Schneider" userId="13dcbca667a80219" providerId="LiveId" clId="{EE9D88E5-2EF7-4AE3-914C-A70CDBEC699A}" dt="2025-08-12T23:58:08.785" v="3317" actId="1076"/>
          <ac:spMkLst>
            <pc:docMk/>
            <pc:sldMk cId="337177538" sldId="263"/>
            <ac:spMk id="3" creationId="{0DF92B87-425B-BC48-9051-F923D840CE9D}"/>
          </ac:spMkLst>
        </pc:spChg>
      </pc:sldChg>
      <pc:sldChg chg="modSp new mod">
        <pc:chgData name="Stuart Schneider" userId="13dcbca667a80219" providerId="LiveId" clId="{EE9D88E5-2EF7-4AE3-914C-A70CDBEC699A}" dt="2025-08-13T00:11:34.797" v="3431" actId="20577"/>
        <pc:sldMkLst>
          <pc:docMk/>
          <pc:sldMk cId="1821858950" sldId="263"/>
        </pc:sldMkLst>
        <pc:spChg chg="mod">
          <ac:chgData name="Stuart Schneider" userId="13dcbca667a80219" providerId="LiveId" clId="{EE9D88E5-2EF7-4AE3-914C-A70CDBEC699A}" dt="2025-08-13T00:11:24.437" v="3415" actId="1076"/>
          <ac:spMkLst>
            <pc:docMk/>
            <pc:sldMk cId="1821858950" sldId="263"/>
            <ac:spMk id="2" creationId="{E2B71EE1-838A-A991-E3DA-FA573DE18DC0}"/>
          </ac:spMkLst>
        </pc:spChg>
        <pc:spChg chg="mod">
          <ac:chgData name="Stuart Schneider" userId="13dcbca667a80219" providerId="LiveId" clId="{EE9D88E5-2EF7-4AE3-914C-A70CDBEC699A}" dt="2025-08-13T00:11:34.797" v="3431" actId="20577"/>
          <ac:spMkLst>
            <pc:docMk/>
            <pc:sldMk cId="1821858950" sldId="263"/>
            <ac:spMk id="3" creationId="{745299A0-B96C-3DE3-3D02-93088A6938F7}"/>
          </ac:spMkLst>
        </pc:spChg>
      </pc:sldChg>
      <pc:sldChg chg="modSp new mod">
        <pc:chgData name="Stuart Schneider" userId="13dcbca667a80219" providerId="LiveId" clId="{EE9D88E5-2EF7-4AE3-914C-A70CDBEC699A}" dt="2025-08-13T00:13:44.984" v="3532" actId="20577"/>
        <pc:sldMkLst>
          <pc:docMk/>
          <pc:sldMk cId="952467007" sldId="264"/>
        </pc:sldMkLst>
        <pc:spChg chg="mod">
          <ac:chgData name="Stuart Schneider" userId="13dcbca667a80219" providerId="LiveId" clId="{EE9D88E5-2EF7-4AE3-914C-A70CDBEC699A}" dt="2025-08-13T00:12:14.168" v="3449" actId="1076"/>
          <ac:spMkLst>
            <pc:docMk/>
            <pc:sldMk cId="952467007" sldId="264"/>
            <ac:spMk id="2" creationId="{AF56DC65-99C1-0A1A-9670-F87EAFB1F7F3}"/>
          </ac:spMkLst>
        </pc:spChg>
        <pc:spChg chg="mod">
          <ac:chgData name="Stuart Schneider" userId="13dcbca667a80219" providerId="LiveId" clId="{EE9D88E5-2EF7-4AE3-914C-A70CDBEC699A}" dt="2025-08-13T00:13:44.984" v="3532" actId="20577"/>
          <ac:spMkLst>
            <pc:docMk/>
            <pc:sldMk cId="952467007" sldId="264"/>
            <ac:spMk id="3" creationId="{3EE014D7-C4AF-479F-6DAC-28F6A725FAD3}"/>
          </ac:spMkLst>
        </pc:spChg>
      </pc:sldChg>
      <pc:sldChg chg="modSp new mod">
        <pc:chgData name="Stuart Schneider" userId="13dcbca667a80219" providerId="LiveId" clId="{EE9D88E5-2EF7-4AE3-914C-A70CDBEC699A}" dt="2025-08-13T00:14:51.972" v="3612" actId="20577"/>
        <pc:sldMkLst>
          <pc:docMk/>
          <pc:sldMk cId="1508993068" sldId="265"/>
        </pc:sldMkLst>
        <pc:spChg chg="mod">
          <ac:chgData name="Stuart Schneider" userId="13dcbca667a80219" providerId="LiveId" clId="{EE9D88E5-2EF7-4AE3-914C-A70CDBEC699A}" dt="2025-08-13T00:14:10.482" v="3544" actId="1076"/>
          <ac:spMkLst>
            <pc:docMk/>
            <pc:sldMk cId="1508993068" sldId="265"/>
            <ac:spMk id="2" creationId="{A50F8547-7AEA-BDAE-6D99-43B8CDAE7C58}"/>
          </ac:spMkLst>
        </pc:spChg>
        <pc:spChg chg="mod">
          <ac:chgData name="Stuart Schneider" userId="13dcbca667a80219" providerId="LiveId" clId="{EE9D88E5-2EF7-4AE3-914C-A70CDBEC699A}" dt="2025-08-13T00:14:51.972" v="3612" actId="20577"/>
          <ac:spMkLst>
            <pc:docMk/>
            <pc:sldMk cId="1508993068" sldId="265"/>
            <ac:spMk id="3" creationId="{F281AA48-5784-9CFC-39DF-BBD7D994B0C4}"/>
          </ac:spMkLst>
        </pc:spChg>
      </pc:sldChg>
      <pc:sldChg chg="addSp modSp new mod">
        <pc:chgData name="Stuart Schneider" userId="13dcbca667a80219" providerId="LiveId" clId="{EE9D88E5-2EF7-4AE3-914C-A70CDBEC699A}" dt="2025-08-13T14:16:10.487" v="5380" actId="20577"/>
        <pc:sldMkLst>
          <pc:docMk/>
          <pc:sldMk cId="1125487438" sldId="266"/>
        </pc:sldMkLst>
        <pc:spChg chg="mod">
          <ac:chgData name="Stuart Schneider" userId="13dcbca667a80219" providerId="LiveId" clId="{EE9D88E5-2EF7-4AE3-914C-A70CDBEC699A}" dt="2025-08-13T00:24:13.910" v="4076" actId="20577"/>
          <ac:spMkLst>
            <pc:docMk/>
            <pc:sldMk cId="1125487438" sldId="266"/>
            <ac:spMk id="2" creationId="{88DCED2B-8EE5-E907-EBCB-607E6A8F7D90}"/>
          </ac:spMkLst>
        </pc:spChg>
        <pc:spChg chg="mod">
          <ac:chgData name="Stuart Schneider" userId="13dcbca667a80219" providerId="LiveId" clId="{EE9D88E5-2EF7-4AE3-914C-A70CDBEC699A}" dt="2025-08-13T14:16:10.487" v="5380" actId="20577"/>
          <ac:spMkLst>
            <pc:docMk/>
            <pc:sldMk cId="1125487438" sldId="266"/>
            <ac:spMk id="3" creationId="{74B9B90A-A5DF-2E1A-B6F1-71760C4E93BB}"/>
          </ac:spMkLst>
        </pc:spChg>
        <pc:picChg chg="add mod">
          <ac:chgData name="Stuart Schneider" userId="13dcbca667a80219" providerId="LiveId" clId="{EE9D88E5-2EF7-4AE3-914C-A70CDBEC699A}" dt="2025-08-13T00:33:42.728" v="4401" actId="1076"/>
          <ac:picMkLst>
            <pc:docMk/>
            <pc:sldMk cId="1125487438" sldId="266"/>
            <ac:picMk id="5" creationId="{8449E510-FA7C-6A55-A667-E43FB228EA4C}"/>
          </ac:picMkLst>
        </pc:picChg>
      </pc:sldChg>
      <pc:sldChg chg="addSp delSp modSp new mod">
        <pc:chgData name="Stuart Schneider" userId="13dcbca667a80219" providerId="LiveId" clId="{EE9D88E5-2EF7-4AE3-914C-A70CDBEC699A}" dt="2025-08-13T14:21:19.974" v="5437" actId="14100"/>
        <pc:sldMkLst>
          <pc:docMk/>
          <pc:sldMk cId="1518889237" sldId="267"/>
        </pc:sldMkLst>
        <pc:spChg chg="mod">
          <ac:chgData name="Stuart Schneider" userId="13dcbca667a80219" providerId="LiveId" clId="{EE9D88E5-2EF7-4AE3-914C-A70CDBEC699A}" dt="2025-08-13T14:16:36.505" v="5388" actId="20577"/>
          <ac:spMkLst>
            <pc:docMk/>
            <pc:sldMk cId="1518889237" sldId="267"/>
            <ac:spMk id="2" creationId="{8C6B8458-30D6-35C9-8309-3CDE3101DC08}"/>
          </ac:spMkLst>
        </pc:spChg>
        <pc:spChg chg="del mod">
          <ac:chgData name="Stuart Schneider" userId="13dcbca667a80219" providerId="LiveId" clId="{EE9D88E5-2EF7-4AE3-914C-A70CDBEC699A}" dt="2025-08-13T00:28:23.216" v="4361" actId="478"/>
          <ac:spMkLst>
            <pc:docMk/>
            <pc:sldMk cId="1518889237" sldId="267"/>
            <ac:spMk id="3" creationId="{C78030B7-F0A9-1A87-0A07-BED94834210B}"/>
          </ac:spMkLst>
        </pc:spChg>
        <pc:picChg chg="add del mod">
          <ac:chgData name="Stuart Schneider" userId="13dcbca667a80219" providerId="LiveId" clId="{EE9D88E5-2EF7-4AE3-914C-A70CDBEC699A}" dt="2025-08-13T14:17:35.996" v="5394" actId="478"/>
          <ac:picMkLst>
            <pc:docMk/>
            <pc:sldMk cId="1518889237" sldId="267"/>
            <ac:picMk id="4" creationId="{8ECE7A18-A8A3-8544-3CA6-C97157E1CDCB}"/>
          </ac:picMkLst>
        </pc:picChg>
        <pc:picChg chg="add mod">
          <ac:chgData name="Stuart Schneider" userId="13dcbca667a80219" providerId="LiveId" clId="{EE9D88E5-2EF7-4AE3-914C-A70CDBEC699A}" dt="2025-08-13T14:18:56.708" v="5405" actId="1076"/>
          <ac:picMkLst>
            <pc:docMk/>
            <pc:sldMk cId="1518889237" sldId="267"/>
            <ac:picMk id="5" creationId="{3C477A7C-7AEA-4C43-E965-C6559F91117B}"/>
          </ac:picMkLst>
        </pc:picChg>
        <pc:picChg chg="add mod ord">
          <ac:chgData name="Stuart Schneider" userId="13dcbca667a80219" providerId="LiveId" clId="{EE9D88E5-2EF7-4AE3-914C-A70CDBEC699A}" dt="2025-08-13T14:19:10.885" v="5410" actId="1076"/>
          <ac:picMkLst>
            <pc:docMk/>
            <pc:sldMk cId="1518889237" sldId="267"/>
            <ac:picMk id="7" creationId="{BCCFA1AA-C8BD-2E89-EF1A-2928B916BA7B}"/>
          </ac:picMkLst>
        </pc:picChg>
        <pc:picChg chg="add mod">
          <ac:chgData name="Stuart Schneider" userId="13dcbca667a80219" providerId="LiveId" clId="{EE9D88E5-2EF7-4AE3-914C-A70CDBEC699A}" dt="2025-08-13T14:18:59.516" v="5406" actId="1076"/>
          <ac:picMkLst>
            <pc:docMk/>
            <pc:sldMk cId="1518889237" sldId="267"/>
            <ac:picMk id="8" creationId="{DAFAA4C6-ED67-E22A-667F-4AC262E083E1}"/>
          </ac:picMkLst>
        </pc:picChg>
        <pc:picChg chg="add del mod">
          <ac:chgData name="Stuart Schneider" userId="13dcbca667a80219" providerId="LiveId" clId="{EE9D88E5-2EF7-4AE3-914C-A70CDBEC699A}" dt="2025-08-13T14:19:59.993" v="5415" actId="21"/>
          <ac:picMkLst>
            <pc:docMk/>
            <pc:sldMk cId="1518889237" sldId="267"/>
            <ac:picMk id="9" creationId="{ED3A6771-AEBF-58C3-C20F-50AD70C1FD14}"/>
          </ac:picMkLst>
        </pc:picChg>
        <pc:picChg chg="add mod">
          <ac:chgData name="Stuart Schneider" userId="13dcbca667a80219" providerId="LiveId" clId="{EE9D88E5-2EF7-4AE3-914C-A70CDBEC699A}" dt="2025-08-13T14:21:19.974" v="5437" actId="14100"/>
          <ac:picMkLst>
            <pc:docMk/>
            <pc:sldMk cId="1518889237" sldId="267"/>
            <ac:picMk id="10" creationId="{38087A26-5FA7-AC0A-F403-84DAF9177ED6}"/>
          </ac:picMkLst>
        </pc:picChg>
        <pc:picChg chg="add mod">
          <ac:chgData name="Stuart Schneider" userId="13dcbca667a80219" providerId="LiveId" clId="{EE9D88E5-2EF7-4AE3-914C-A70CDBEC699A}" dt="2025-08-13T14:19:06.644" v="5408" actId="14100"/>
          <ac:picMkLst>
            <pc:docMk/>
            <pc:sldMk cId="1518889237" sldId="267"/>
            <ac:picMk id="11" creationId="{01A0AB63-C800-3E31-9D1F-6B65059408F3}"/>
          </ac:picMkLst>
        </pc:picChg>
        <pc:picChg chg="add del mod">
          <ac:chgData name="Stuart Schneider" userId="13dcbca667a80219" providerId="LiveId" clId="{EE9D88E5-2EF7-4AE3-914C-A70CDBEC699A}" dt="2025-08-13T14:16:59.093" v="5389" actId="478"/>
          <ac:picMkLst>
            <pc:docMk/>
            <pc:sldMk cId="1518889237" sldId="267"/>
            <ac:picMk id="13" creationId="{18D678E0-ADAA-DC7E-41BB-AB112A46F1C6}"/>
          </ac:picMkLst>
        </pc:picChg>
        <pc:picChg chg="add mod">
          <ac:chgData name="Stuart Schneider" userId="13dcbca667a80219" providerId="LiveId" clId="{EE9D88E5-2EF7-4AE3-914C-A70CDBEC699A}" dt="2025-08-13T14:21:00.996" v="5433" actId="14100"/>
          <ac:picMkLst>
            <pc:docMk/>
            <pc:sldMk cId="1518889237" sldId="267"/>
            <ac:picMk id="15" creationId="{3D6B7BD2-7106-05C6-C9BC-658201B7E264}"/>
          </ac:picMkLst>
        </pc:picChg>
        <pc:picChg chg="add del mod">
          <ac:chgData name="Stuart Schneider" userId="13dcbca667a80219" providerId="LiveId" clId="{EE9D88E5-2EF7-4AE3-914C-A70CDBEC699A}" dt="2025-08-13T14:14:35.446" v="5350" actId="21"/>
          <ac:picMkLst>
            <pc:docMk/>
            <pc:sldMk cId="1518889237" sldId="267"/>
            <ac:picMk id="17" creationId="{0DA15993-5409-D6A9-AC25-1C7A1933B3DC}"/>
          </ac:picMkLst>
        </pc:picChg>
        <pc:picChg chg="add mod">
          <ac:chgData name="Stuart Schneider" userId="13dcbca667a80219" providerId="LiveId" clId="{EE9D88E5-2EF7-4AE3-914C-A70CDBEC699A}" dt="2025-08-13T14:21:09.445" v="5435" actId="14100"/>
          <ac:picMkLst>
            <pc:docMk/>
            <pc:sldMk cId="1518889237" sldId="267"/>
            <ac:picMk id="19" creationId="{320F912A-13BE-201B-D42A-FCF6E07E4C89}"/>
          </ac:picMkLst>
        </pc:picChg>
        <pc:picChg chg="add mod">
          <ac:chgData name="Stuart Schneider" userId="13dcbca667a80219" providerId="LiveId" clId="{EE9D88E5-2EF7-4AE3-914C-A70CDBEC699A}" dt="2025-08-13T14:20:51.835" v="5430" actId="1076"/>
          <ac:picMkLst>
            <pc:docMk/>
            <pc:sldMk cId="1518889237" sldId="267"/>
            <ac:picMk id="21" creationId="{CA62E2E2-F419-3C66-AA67-8650813FAFC8}"/>
          </ac:picMkLst>
        </pc:picChg>
      </pc:sldChg>
      <pc:sldChg chg="modSp new mod">
        <pc:chgData name="Stuart Schneider" userId="13dcbca667a80219" providerId="LiveId" clId="{EE9D88E5-2EF7-4AE3-914C-A70CDBEC699A}" dt="2025-08-13T13:56:39.404" v="4450" actId="1076"/>
        <pc:sldMkLst>
          <pc:docMk/>
          <pc:sldMk cId="723399233" sldId="268"/>
        </pc:sldMkLst>
        <pc:spChg chg="mod">
          <ac:chgData name="Stuart Schneider" userId="13dcbca667a80219" providerId="LiveId" clId="{EE9D88E5-2EF7-4AE3-914C-A70CDBEC699A}" dt="2025-08-13T13:56:36.092" v="4449" actId="1076"/>
          <ac:spMkLst>
            <pc:docMk/>
            <pc:sldMk cId="723399233" sldId="268"/>
            <ac:spMk id="2" creationId="{EFF402ED-B932-54E3-8D82-F5671AA5BD2B}"/>
          </ac:spMkLst>
        </pc:spChg>
        <pc:spChg chg="mod">
          <ac:chgData name="Stuart Schneider" userId="13dcbca667a80219" providerId="LiveId" clId="{EE9D88E5-2EF7-4AE3-914C-A70CDBEC699A}" dt="2025-08-13T13:56:39.404" v="4450" actId="1076"/>
          <ac:spMkLst>
            <pc:docMk/>
            <pc:sldMk cId="723399233" sldId="268"/>
            <ac:spMk id="3" creationId="{5D6424FA-40AB-740F-5EE0-A4C3B17B3658}"/>
          </ac:spMkLst>
        </pc:spChg>
      </pc:sldChg>
      <pc:sldChg chg="addSp delSp modSp new mod">
        <pc:chgData name="Stuart Schneider" userId="13dcbca667a80219" providerId="LiveId" clId="{EE9D88E5-2EF7-4AE3-914C-A70CDBEC699A}" dt="2025-08-13T14:22:32.027" v="5453" actId="14100"/>
        <pc:sldMkLst>
          <pc:docMk/>
          <pc:sldMk cId="4075163607" sldId="269"/>
        </pc:sldMkLst>
        <pc:spChg chg="mod">
          <ac:chgData name="Stuart Schneider" userId="13dcbca667a80219" providerId="LiveId" clId="{EE9D88E5-2EF7-4AE3-914C-A70CDBEC699A}" dt="2025-08-13T13:58:01.690" v="4477" actId="1076"/>
          <ac:spMkLst>
            <pc:docMk/>
            <pc:sldMk cId="4075163607" sldId="269"/>
            <ac:spMk id="2" creationId="{AD46A096-7B4F-9892-C5A8-EAA50D68051D}"/>
          </ac:spMkLst>
        </pc:spChg>
        <pc:spChg chg="del mod">
          <ac:chgData name="Stuart Schneider" userId="13dcbca667a80219" providerId="LiveId" clId="{EE9D88E5-2EF7-4AE3-914C-A70CDBEC699A}" dt="2025-08-13T13:58:49.715" v="4479" actId="931"/>
          <ac:spMkLst>
            <pc:docMk/>
            <pc:sldMk cId="4075163607" sldId="269"/>
            <ac:spMk id="3" creationId="{58803DEE-43CA-D9DF-2F7D-3FD687520B39}"/>
          </ac:spMkLst>
        </pc:spChg>
        <pc:spChg chg="add mod">
          <ac:chgData name="Stuart Schneider" userId="13dcbca667a80219" providerId="LiveId" clId="{EE9D88E5-2EF7-4AE3-914C-A70CDBEC699A}" dt="2025-08-13T14:22:23.034" v="5452" actId="1076"/>
          <ac:spMkLst>
            <pc:docMk/>
            <pc:sldMk cId="4075163607" sldId="269"/>
            <ac:spMk id="6" creationId="{608EC9B7-0BCB-7580-F43A-B156BE6C37DE}"/>
          </ac:spMkLst>
        </pc:spChg>
        <pc:picChg chg="add mod">
          <ac:chgData name="Stuart Schneider" userId="13dcbca667a80219" providerId="LiveId" clId="{EE9D88E5-2EF7-4AE3-914C-A70CDBEC699A}" dt="2025-08-13T14:22:32.027" v="5453" actId="14100"/>
          <ac:picMkLst>
            <pc:docMk/>
            <pc:sldMk cId="4075163607" sldId="269"/>
            <ac:picMk id="5" creationId="{872CA7E5-8D51-5665-81D4-ACCCA8B4B637}"/>
          </ac:picMkLst>
        </pc:picChg>
      </pc:sldChg>
      <pc:sldChg chg="addSp delSp modSp new mod">
        <pc:chgData name="Stuart Schneider" userId="13dcbca667a80219" providerId="LiveId" clId="{EE9D88E5-2EF7-4AE3-914C-A70CDBEC699A}" dt="2025-08-13T14:22:05.377" v="5451" actId="1076"/>
        <pc:sldMkLst>
          <pc:docMk/>
          <pc:sldMk cId="560722048" sldId="270"/>
        </pc:sldMkLst>
        <pc:spChg chg="mod">
          <ac:chgData name="Stuart Schneider" userId="13dcbca667a80219" providerId="LiveId" clId="{EE9D88E5-2EF7-4AE3-914C-A70CDBEC699A}" dt="2025-08-13T14:05:47.283" v="4902" actId="1076"/>
          <ac:spMkLst>
            <pc:docMk/>
            <pc:sldMk cId="560722048" sldId="270"/>
            <ac:spMk id="2" creationId="{2AEF42B6-984B-2E3A-52FF-C3EC2BF149AA}"/>
          </ac:spMkLst>
        </pc:spChg>
        <pc:spChg chg="mod">
          <ac:chgData name="Stuart Schneider" userId="13dcbca667a80219" providerId="LiveId" clId="{EE9D88E5-2EF7-4AE3-914C-A70CDBEC699A}" dt="2025-08-13T14:13:57.918" v="5349" actId="27636"/>
          <ac:spMkLst>
            <pc:docMk/>
            <pc:sldMk cId="560722048" sldId="270"/>
            <ac:spMk id="3" creationId="{62BFAF56-E907-D1DC-AE78-4AC01538987B}"/>
          </ac:spMkLst>
        </pc:spChg>
        <pc:picChg chg="add mod">
          <ac:chgData name="Stuart Schneider" userId="13dcbca667a80219" providerId="LiveId" clId="{EE9D88E5-2EF7-4AE3-914C-A70CDBEC699A}" dt="2025-08-13T14:22:05.377" v="5451" actId="1076"/>
          <ac:picMkLst>
            <pc:docMk/>
            <pc:sldMk cId="560722048" sldId="270"/>
            <ac:picMk id="5" creationId="{3015E696-0019-45E0-6F0C-2C939946EEC1}"/>
          </ac:picMkLst>
        </pc:picChg>
        <pc:picChg chg="add mod ord">
          <ac:chgData name="Stuart Schneider" userId="13dcbca667a80219" providerId="LiveId" clId="{EE9D88E5-2EF7-4AE3-914C-A70CDBEC699A}" dt="2025-08-13T14:22:00.544" v="5448" actId="1076"/>
          <ac:picMkLst>
            <pc:docMk/>
            <pc:sldMk cId="560722048" sldId="270"/>
            <ac:picMk id="7" creationId="{C23864EC-A8F8-1A4F-B9FD-FC986F2B0963}"/>
          </ac:picMkLst>
        </pc:picChg>
        <pc:picChg chg="add mod">
          <ac:chgData name="Stuart Schneider" userId="13dcbca667a80219" providerId="LiveId" clId="{EE9D88E5-2EF7-4AE3-914C-A70CDBEC699A}" dt="2025-08-13T14:12:18.303" v="5298" actId="14100"/>
          <ac:picMkLst>
            <pc:docMk/>
            <pc:sldMk cId="560722048" sldId="270"/>
            <ac:picMk id="9" creationId="{D1122549-0014-6E5A-47DE-BA5525EDD4C1}"/>
          </ac:picMkLst>
        </pc:picChg>
        <pc:picChg chg="add mod">
          <ac:chgData name="Stuart Schneider" userId="13dcbca667a80219" providerId="LiveId" clId="{EE9D88E5-2EF7-4AE3-914C-A70CDBEC699A}" dt="2025-08-13T14:15:14.468" v="5361" actId="1076"/>
          <ac:picMkLst>
            <pc:docMk/>
            <pc:sldMk cId="560722048" sldId="270"/>
            <ac:picMk id="11" creationId="{17296FAA-EC25-9BBC-18FA-A3CD27B98F06}"/>
          </ac:picMkLst>
        </pc:picChg>
        <pc:picChg chg="add del mod">
          <ac:chgData name="Stuart Schneider" userId="13dcbca667a80219" providerId="LiveId" clId="{EE9D88E5-2EF7-4AE3-914C-A70CDBEC699A}" dt="2025-08-13T14:20:10.209" v="5417" actId="21"/>
          <ac:picMkLst>
            <pc:docMk/>
            <pc:sldMk cId="560722048" sldId="270"/>
            <ac:picMk id="13" creationId="{ED6C9D96-230E-1FE7-2DA8-AD18719721A7}"/>
          </ac:picMkLst>
        </pc:picChg>
        <pc:picChg chg="add mod">
          <ac:chgData name="Stuart Schneider" userId="13dcbca667a80219" providerId="LiveId" clId="{EE9D88E5-2EF7-4AE3-914C-A70CDBEC699A}" dt="2025-08-13T14:15:16.907" v="5362" actId="1076"/>
          <ac:picMkLst>
            <pc:docMk/>
            <pc:sldMk cId="560722048" sldId="270"/>
            <ac:picMk id="15" creationId="{9E136738-3624-E61A-CB11-6993425CB052}"/>
          </ac:picMkLst>
        </pc:picChg>
        <pc:picChg chg="add mod">
          <ac:chgData name="Stuart Schneider" userId="13dcbca667a80219" providerId="LiveId" clId="{EE9D88E5-2EF7-4AE3-914C-A70CDBEC699A}" dt="2025-08-13T14:21:51.616" v="5445" actId="1076"/>
          <ac:picMkLst>
            <pc:docMk/>
            <pc:sldMk cId="560722048" sldId="270"/>
            <ac:picMk id="16" creationId="{ED3A6771-AEBF-58C3-C20F-50AD70C1FD14}"/>
          </ac:picMkLst>
        </pc:picChg>
        <pc:picChg chg="add mod">
          <ac:chgData name="Stuart Schneider" userId="13dcbca667a80219" providerId="LiveId" clId="{EE9D88E5-2EF7-4AE3-914C-A70CDBEC699A}" dt="2025-08-13T14:15:09.035" v="5360" actId="1076"/>
          <ac:picMkLst>
            <pc:docMk/>
            <pc:sldMk cId="560722048" sldId="270"/>
            <ac:picMk id="17" creationId="{0DA15993-5409-D6A9-AC25-1C7A1933B3DC}"/>
          </ac:picMkLst>
        </pc:picChg>
      </pc:sldChg>
      <pc:sldChg chg="addSp delSp modSp new mod ord">
        <pc:chgData name="Stuart Schneider" userId="13dcbca667a80219" providerId="LiveId" clId="{EE9D88E5-2EF7-4AE3-914C-A70CDBEC699A}" dt="2025-08-13T14:31:36.673" v="5514" actId="1076"/>
        <pc:sldMkLst>
          <pc:docMk/>
          <pc:sldMk cId="1278977973" sldId="271"/>
        </pc:sldMkLst>
        <pc:spChg chg="mod">
          <ac:chgData name="Stuart Schneider" userId="13dcbca667a80219" providerId="LiveId" clId="{EE9D88E5-2EF7-4AE3-914C-A70CDBEC699A}" dt="2025-08-13T14:24:15.514" v="5504" actId="14100"/>
          <ac:spMkLst>
            <pc:docMk/>
            <pc:sldMk cId="1278977973" sldId="271"/>
            <ac:spMk id="2" creationId="{14087118-830D-98AC-6929-1180936DAF75}"/>
          </ac:spMkLst>
        </pc:spChg>
        <pc:spChg chg="del mod">
          <ac:chgData name="Stuart Schneider" userId="13dcbca667a80219" providerId="LiveId" clId="{EE9D88E5-2EF7-4AE3-914C-A70CDBEC699A}" dt="2025-08-13T14:31:24.556" v="5510" actId="931"/>
          <ac:spMkLst>
            <pc:docMk/>
            <pc:sldMk cId="1278977973" sldId="271"/>
            <ac:spMk id="3" creationId="{435A52E8-20FD-7DFD-4A0B-A384E6AE4A3A}"/>
          </ac:spMkLst>
        </pc:spChg>
        <pc:picChg chg="add mod">
          <ac:chgData name="Stuart Schneider" userId="13dcbca667a80219" providerId="LiveId" clId="{EE9D88E5-2EF7-4AE3-914C-A70CDBEC699A}" dt="2025-08-13T14:31:36.673" v="5514" actId="1076"/>
          <ac:picMkLst>
            <pc:docMk/>
            <pc:sldMk cId="1278977973" sldId="271"/>
            <ac:picMk id="5" creationId="{DEF7D4D9-6B42-09C2-001F-5D89675534EA}"/>
          </ac:picMkLst>
        </pc:picChg>
      </pc:sldChg>
      <pc:sldChg chg="addSp delSp modSp new mod">
        <pc:chgData name="Stuart Schneider" userId="13dcbca667a80219" providerId="LiveId" clId="{EE9D88E5-2EF7-4AE3-914C-A70CDBEC699A}" dt="2025-08-13T14:31:14.576" v="5509" actId="1076"/>
        <pc:sldMkLst>
          <pc:docMk/>
          <pc:sldMk cId="3218223963" sldId="272"/>
        </pc:sldMkLst>
        <pc:spChg chg="mod">
          <ac:chgData name="Stuart Schneider" userId="13dcbca667a80219" providerId="LiveId" clId="{EE9D88E5-2EF7-4AE3-914C-A70CDBEC699A}" dt="2025-08-13T14:24:21.322" v="5505" actId="14100"/>
          <ac:spMkLst>
            <pc:docMk/>
            <pc:sldMk cId="3218223963" sldId="272"/>
            <ac:spMk id="2" creationId="{57D5BBC2-329D-E497-5125-EEDBA252E2F0}"/>
          </ac:spMkLst>
        </pc:spChg>
        <pc:spChg chg="del mod">
          <ac:chgData name="Stuart Schneider" userId="13dcbca667a80219" providerId="LiveId" clId="{EE9D88E5-2EF7-4AE3-914C-A70CDBEC699A}" dt="2025-08-13T14:31:07.532" v="5506" actId="931"/>
          <ac:spMkLst>
            <pc:docMk/>
            <pc:sldMk cId="3218223963" sldId="272"/>
            <ac:spMk id="3" creationId="{66A1D174-CE06-0D24-D646-71A9E6AEFB22}"/>
          </ac:spMkLst>
        </pc:spChg>
        <pc:picChg chg="add mod">
          <ac:chgData name="Stuart Schneider" userId="13dcbca667a80219" providerId="LiveId" clId="{EE9D88E5-2EF7-4AE3-914C-A70CDBEC699A}" dt="2025-08-13T14:31:14.576" v="5509" actId="1076"/>
          <ac:picMkLst>
            <pc:docMk/>
            <pc:sldMk cId="3218223963" sldId="272"/>
            <ac:picMk id="5" creationId="{64DE5930-8274-5EE9-FBCA-4213527C138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AC7C0BF-6435-4A5B-B60E-109266D018FB}" type="datetimeFigureOut">
              <a:rPr lang="en-US" smtClean="0"/>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8D81B-983E-483B-88AA-7575598E279C}"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1356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C7C0BF-6435-4A5B-B60E-109266D018FB}" type="datetimeFigureOut">
              <a:rPr lang="en-US" smtClean="0"/>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8D81B-983E-483B-88AA-7575598E279C}" type="slidenum">
              <a:rPr lang="en-US" smtClean="0"/>
              <a:t>‹#›</a:t>
            </a:fld>
            <a:endParaRPr lang="en-US"/>
          </a:p>
        </p:txBody>
      </p:sp>
    </p:spTree>
    <p:extLst>
      <p:ext uri="{BB962C8B-B14F-4D97-AF65-F5344CB8AC3E}">
        <p14:creationId xmlns:p14="http://schemas.microsoft.com/office/powerpoint/2010/main" val="3295379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C7C0BF-6435-4A5B-B60E-109266D018FB}" type="datetimeFigureOut">
              <a:rPr lang="en-US" smtClean="0"/>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8D81B-983E-483B-88AA-7575598E279C}" type="slidenum">
              <a:rPr lang="en-US" smtClean="0"/>
              <a:t>‹#›</a:t>
            </a:fld>
            <a:endParaRPr lang="en-US"/>
          </a:p>
        </p:txBody>
      </p:sp>
    </p:spTree>
    <p:extLst>
      <p:ext uri="{BB962C8B-B14F-4D97-AF65-F5344CB8AC3E}">
        <p14:creationId xmlns:p14="http://schemas.microsoft.com/office/powerpoint/2010/main" val="1936956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C7C0BF-6435-4A5B-B60E-109266D018FB}" type="datetimeFigureOut">
              <a:rPr lang="en-US" smtClean="0"/>
              <a:t>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B8D81B-983E-483B-88AA-7575598E279C}" type="slidenum">
              <a:rPr lang="en-US" smtClean="0"/>
              <a:t>‹#›</a:t>
            </a:fld>
            <a:endParaRPr lang="en-US"/>
          </a:p>
        </p:txBody>
      </p:sp>
    </p:spTree>
    <p:extLst>
      <p:ext uri="{BB962C8B-B14F-4D97-AF65-F5344CB8AC3E}">
        <p14:creationId xmlns:p14="http://schemas.microsoft.com/office/powerpoint/2010/main" val="1648611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AC7C0BF-6435-4A5B-B60E-109266D018FB}" type="datetimeFigureOut">
              <a:rPr lang="en-US" smtClean="0"/>
              <a:t>8/13/2025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B8D81B-983E-483B-88AA-7575598E279C}" type="slidenum">
              <a:rPr lang="en-US" smtClean="0"/>
              <a:t>‹#›</a:t>
            </a:fld>
            <a:endParaRPr lang="en-US"/>
          </a:p>
        </p:txBody>
      </p:sp>
    </p:spTree>
    <p:extLst>
      <p:ext uri="{BB962C8B-B14F-4D97-AF65-F5344CB8AC3E}">
        <p14:creationId xmlns:p14="http://schemas.microsoft.com/office/powerpoint/2010/main" val="3952866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AC7C0BF-6435-4A5B-B60E-109266D018FB}" type="datetimeFigureOut">
              <a:rPr lang="en-US" smtClean="0"/>
              <a:t>8/13/2025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B8D81B-983E-483B-88AA-7575598E279C}" type="slidenum">
              <a:rPr lang="en-US" smtClean="0"/>
              <a:t>‹#›</a:t>
            </a:fld>
            <a:endParaRPr lang="en-US"/>
          </a:p>
        </p:txBody>
      </p:sp>
    </p:spTree>
    <p:extLst>
      <p:ext uri="{BB962C8B-B14F-4D97-AF65-F5344CB8AC3E}">
        <p14:creationId xmlns:p14="http://schemas.microsoft.com/office/powerpoint/2010/main" val="3048753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C7C0BF-6435-4A5B-B60E-109266D018FB}" type="datetimeFigureOut">
              <a:rPr lang="en-US" smtClean="0"/>
              <a:t>8/13/2025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B8D81B-983E-483B-88AA-7575598E279C}" type="slidenum">
              <a:rPr lang="en-US" smtClean="0"/>
              <a:t>‹#›</a:t>
            </a:fld>
            <a:endParaRPr lang="en-US"/>
          </a:p>
        </p:txBody>
      </p:sp>
    </p:spTree>
    <p:extLst>
      <p:ext uri="{BB962C8B-B14F-4D97-AF65-F5344CB8AC3E}">
        <p14:creationId xmlns:p14="http://schemas.microsoft.com/office/powerpoint/2010/main" val="1989926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C7C0BF-6435-4A5B-B60E-109266D018FB}" type="datetimeFigureOut">
              <a:rPr lang="en-US" smtClean="0"/>
              <a:t>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B8D81B-983E-483B-88AA-7575598E279C}" type="slidenum">
              <a:rPr lang="en-US" smtClean="0"/>
              <a:t>‹#›</a:t>
            </a:fld>
            <a:endParaRPr lang="en-US"/>
          </a:p>
        </p:txBody>
      </p:sp>
    </p:spTree>
    <p:extLst>
      <p:ext uri="{BB962C8B-B14F-4D97-AF65-F5344CB8AC3E}">
        <p14:creationId xmlns:p14="http://schemas.microsoft.com/office/powerpoint/2010/main" val="4238746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C7C0BF-6435-4A5B-B60E-109266D018FB}" type="datetimeFigureOut">
              <a:rPr lang="en-US" smtClean="0"/>
              <a:t>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B8D81B-983E-483B-88AA-7575598E279C}" type="slidenum">
              <a:rPr lang="en-US" smtClean="0"/>
              <a:t>‹#›</a:t>
            </a:fld>
            <a:endParaRPr lang="en-US"/>
          </a:p>
        </p:txBody>
      </p:sp>
    </p:spTree>
    <p:extLst>
      <p:ext uri="{BB962C8B-B14F-4D97-AF65-F5344CB8AC3E}">
        <p14:creationId xmlns:p14="http://schemas.microsoft.com/office/powerpoint/2010/main" val="1685663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AC7C0BF-6435-4A5B-B60E-109266D018FB}" type="datetimeFigureOut">
              <a:rPr lang="en-US" smtClean="0"/>
              <a:t>8/13/2025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B8D81B-983E-483B-88AA-7575598E279C}" type="slidenum">
              <a:rPr lang="en-US" smtClean="0"/>
              <a:t>‹#›</a:t>
            </a:fld>
            <a:endParaRPr lang="en-US"/>
          </a:p>
        </p:txBody>
      </p:sp>
    </p:spTree>
    <p:extLst>
      <p:ext uri="{BB962C8B-B14F-4D97-AF65-F5344CB8AC3E}">
        <p14:creationId xmlns:p14="http://schemas.microsoft.com/office/powerpoint/2010/main" val="2388568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C7C0BF-6435-4A5B-B60E-109266D018FB}" type="datetimeFigureOut">
              <a:rPr lang="en-US" smtClean="0"/>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8D81B-983E-483B-88AA-7575598E279C}" type="slidenum">
              <a:rPr lang="en-US" smtClean="0"/>
              <a:t>‹#›</a:t>
            </a:fld>
            <a:endParaRPr lang="en-US"/>
          </a:p>
        </p:txBody>
      </p:sp>
    </p:spTree>
    <p:extLst>
      <p:ext uri="{BB962C8B-B14F-4D97-AF65-F5344CB8AC3E}">
        <p14:creationId xmlns:p14="http://schemas.microsoft.com/office/powerpoint/2010/main" val="1825205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C7C0BF-6435-4A5B-B60E-109266D018FB}" type="datetimeFigureOut">
              <a:rPr lang="en-US" smtClean="0"/>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8D81B-983E-483B-88AA-7575598E279C}"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4241986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C7C0BF-6435-4A5B-B60E-109266D018FB}" type="datetimeFigureOut">
              <a:rPr lang="en-US" smtClean="0"/>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8D81B-983E-483B-88AA-7575598E279C}" type="slidenum">
              <a:rPr lang="en-US" smtClean="0"/>
              <a:t>‹#›</a:t>
            </a:fld>
            <a:endParaRPr lang="en-US"/>
          </a:p>
        </p:txBody>
      </p:sp>
    </p:spTree>
    <p:extLst>
      <p:ext uri="{BB962C8B-B14F-4D97-AF65-F5344CB8AC3E}">
        <p14:creationId xmlns:p14="http://schemas.microsoft.com/office/powerpoint/2010/main" val="628318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C7C0BF-6435-4A5B-B60E-109266D018FB}" type="datetimeFigureOut">
              <a:rPr lang="en-US" smtClean="0"/>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8D81B-983E-483B-88AA-7575598E279C}"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934954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C7C0BF-6435-4A5B-B60E-109266D018FB}" type="datetimeFigureOut">
              <a:rPr lang="en-US" smtClean="0"/>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8D81B-983E-483B-88AA-7575598E279C}" type="slidenum">
              <a:rPr lang="en-US" smtClean="0"/>
              <a:t>‹#›</a:t>
            </a:fld>
            <a:endParaRPr lang="en-US"/>
          </a:p>
        </p:txBody>
      </p:sp>
    </p:spTree>
    <p:extLst>
      <p:ext uri="{BB962C8B-B14F-4D97-AF65-F5344CB8AC3E}">
        <p14:creationId xmlns:p14="http://schemas.microsoft.com/office/powerpoint/2010/main" val="28407423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C7C0BF-6435-4A5B-B60E-109266D018FB}" type="datetimeFigureOut">
              <a:rPr lang="en-US" smtClean="0"/>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8D81B-983E-483B-88AA-7575598E279C}" type="slidenum">
              <a:rPr lang="en-US" smtClean="0"/>
              <a:t>‹#›</a:t>
            </a:fld>
            <a:endParaRPr lang="en-US"/>
          </a:p>
        </p:txBody>
      </p:sp>
    </p:spTree>
    <p:extLst>
      <p:ext uri="{BB962C8B-B14F-4D97-AF65-F5344CB8AC3E}">
        <p14:creationId xmlns:p14="http://schemas.microsoft.com/office/powerpoint/2010/main" val="10575239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C7C0BF-6435-4A5B-B60E-109266D018FB}" type="datetimeFigureOut">
              <a:rPr lang="en-US" smtClean="0"/>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B8D81B-983E-483B-88AA-7575598E279C}" type="slidenum">
              <a:rPr lang="en-US" smtClean="0"/>
              <a:t>‹#›</a:t>
            </a:fld>
            <a:endParaRPr lang="en-US"/>
          </a:p>
        </p:txBody>
      </p:sp>
    </p:spTree>
    <p:extLst>
      <p:ext uri="{BB962C8B-B14F-4D97-AF65-F5344CB8AC3E}">
        <p14:creationId xmlns:p14="http://schemas.microsoft.com/office/powerpoint/2010/main" val="892496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AC7C0BF-6435-4A5B-B60E-109266D018FB}" type="datetimeFigureOut">
              <a:rPr lang="en-US" smtClean="0"/>
              <a:t>8/13/2025</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62B8D81B-983E-483B-88AA-7575598E279C}" type="slidenum">
              <a:rPr lang="en-US" smtClean="0"/>
              <a:t>‹#›</a:t>
            </a:fld>
            <a:endParaRPr lang="en-US"/>
          </a:p>
        </p:txBody>
      </p:sp>
    </p:spTree>
    <p:extLst>
      <p:ext uri="{BB962C8B-B14F-4D97-AF65-F5344CB8AC3E}">
        <p14:creationId xmlns:p14="http://schemas.microsoft.com/office/powerpoint/2010/main" val="389882660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mailto:palisadesrv_55@tyahoo.com" TargetMode="External"/><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hyperlink" Target="http://www.gunnisonchamber.com/"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jpeg"/><Relationship Id="rId7" Type="http://schemas.openxmlformats.org/officeDocument/2006/relationships/image" Target="../media/image20.jpe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17.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image" Target="../media/image23.jpeg"/><Relationship Id="rId7" Type="http://schemas.openxmlformats.org/officeDocument/2006/relationships/image" Target="../media/image27.jpeg"/><Relationship Id="rId2"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 Id="rId9" Type="http://schemas.openxmlformats.org/officeDocument/2006/relationships/image" Target="../media/image2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8FFBFDD-4AC9-D22E-2D52-DF3108CC267A}"/>
              </a:ext>
            </a:extLst>
          </p:cNvPr>
          <p:cNvPicPr>
            <a:picLocks noChangeAspect="1"/>
          </p:cNvPicPr>
          <p:nvPr/>
        </p:nvPicPr>
        <p:blipFill>
          <a:blip r:embed="rId2" cstate="screen">
            <a:extLst>
              <a:ext uri="{BEBA8EAE-BF5A-486C-A8C5-ECC9F3942E4B}">
                <a14:imgProps xmlns:a14="http://schemas.microsoft.com/office/drawing/2010/main">
                  <a14:imgLayer r:embed="rId3">
                    <a14:imgEffect>
                      <a14:saturation sat="125000"/>
                    </a14:imgEffect>
                  </a14:imgLayer>
                </a14:imgProps>
              </a:ext>
              <a:ext uri="{28A0092B-C50C-407E-A947-70E740481C1C}">
                <a14:useLocalDpi xmlns:a14="http://schemas.microsoft.com/office/drawing/2010/main"/>
              </a:ext>
            </a:extLst>
          </a:blip>
          <a:stretch>
            <a:fillRect/>
          </a:stretch>
        </p:blipFill>
        <p:spPr>
          <a:xfrm>
            <a:off x="0" y="-11151"/>
            <a:ext cx="12192000" cy="6858000"/>
          </a:xfrm>
          <a:prstGeom prst="rect">
            <a:avLst/>
          </a:prstGeom>
        </p:spPr>
      </p:pic>
      <p:sp>
        <p:nvSpPr>
          <p:cNvPr id="2" name="Title 1">
            <a:extLst>
              <a:ext uri="{FF2B5EF4-FFF2-40B4-BE49-F238E27FC236}">
                <a16:creationId xmlns:a16="http://schemas.microsoft.com/office/drawing/2014/main" id="{856E4FE2-9B4F-AD96-6B72-54D0A6387B0E}"/>
              </a:ext>
            </a:extLst>
          </p:cNvPr>
          <p:cNvSpPr>
            <a:spLocks noGrp="1"/>
          </p:cNvSpPr>
          <p:nvPr>
            <p:ph type="ctrTitle"/>
          </p:nvPr>
        </p:nvSpPr>
        <p:spPr>
          <a:xfrm>
            <a:off x="4798242" y="380429"/>
            <a:ext cx="5869757" cy="1655762"/>
          </a:xfrm>
        </p:spPr>
        <p:txBody>
          <a:bodyPr>
            <a:normAutofit/>
          </a:bodyPr>
          <a:lstStyle/>
          <a:p>
            <a:r>
              <a:rPr lang="en-US" dirty="0">
                <a:solidFill>
                  <a:schemeClr val="accent2">
                    <a:lumMod val="50000"/>
                  </a:schemeClr>
                </a:solidFill>
              </a:rPr>
              <a:t>Gunnison Home Association</a:t>
            </a:r>
          </a:p>
        </p:txBody>
      </p:sp>
      <p:sp>
        <p:nvSpPr>
          <p:cNvPr id="3" name="Subtitle 2">
            <a:extLst>
              <a:ext uri="{FF2B5EF4-FFF2-40B4-BE49-F238E27FC236}">
                <a16:creationId xmlns:a16="http://schemas.microsoft.com/office/drawing/2014/main" id="{01ECB790-A308-5F68-B064-3687B293FC0A}"/>
              </a:ext>
            </a:extLst>
          </p:cNvPr>
          <p:cNvSpPr>
            <a:spLocks noGrp="1"/>
          </p:cNvSpPr>
          <p:nvPr>
            <p:ph type="subTitle" idx="1"/>
          </p:nvPr>
        </p:nvSpPr>
        <p:spPr>
          <a:xfrm>
            <a:off x="132473" y="2932770"/>
            <a:ext cx="2184841" cy="3779030"/>
          </a:xfrm>
          <a:solidFill>
            <a:schemeClr val="bg2">
              <a:lumMod val="60000"/>
              <a:lumOff val="40000"/>
            </a:schemeClr>
          </a:solidFill>
          <a:ln w="38100">
            <a:solidFill>
              <a:schemeClr val="tx1"/>
            </a:solidFill>
          </a:ln>
          <a:effectLst>
            <a:outerShdw blurRad="50800" dist="38100" dir="10800000" algn="r" rotWithShape="0">
              <a:prstClr val="black">
                <a:alpha val="40000"/>
              </a:prstClr>
            </a:outerShdw>
          </a:effectLst>
          <a:scene3d>
            <a:camera prst="perspectiveRight"/>
            <a:lightRig rig="threePt" dir="t"/>
          </a:scene3d>
        </p:spPr>
        <p:txBody>
          <a:bodyPr>
            <a:normAutofit fontScale="92500" lnSpcReduction="20000"/>
          </a:bodyPr>
          <a:lstStyle/>
          <a:p>
            <a:pPr marL="342900" indent="-342900" algn="l">
              <a:buFont typeface="Arial" panose="020B0604020202020204" pitchFamily="34" charset="0"/>
              <a:buChar char="•"/>
            </a:pPr>
            <a:r>
              <a:rPr lang="en-US" sz="1800" b="1" dirty="0">
                <a:solidFill>
                  <a:schemeClr val="bg1"/>
                </a:solidFill>
              </a:rPr>
              <a:t>About Us</a:t>
            </a:r>
          </a:p>
          <a:p>
            <a:pPr marL="342900" indent="-342900" algn="l">
              <a:buFont typeface="Arial" panose="020B0604020202020204" pitchFamily="34" charset="0"/>
              <a:buChar char="•"/>
            </a:pPr>
            <a:r>
              <a:rPr lang="en-US" sz="1800" b="1" dirty="0">
                <a:solidFill>
                  <a:schemeClr val="bg1"/>
                </a:solidFill>
              </a:rPr>
              <a:t>History</a:t>
            </a:r>
          </a:p>
          <a:p>
            <a:pPr marL="342900" indent="-342900" algn="l">
              <a:buFont typeface="Arial" panose="020B0604020202020204" pitchFamily="34" charset="0"/>
              <a:buChar char="•"/>
            </a:pPr>
            <a:r>
              <a:rPr lang="en-US" sz="1800" b="1" dirty="0">
                <a:solidFill>
                  <a:schemeClr val="bg1"/>
                </a:solidFill>
              </a:rPr>
              <a:t>Board of Directors</a:t>
            </a:r>
          </a:p>
          <a:p>
            <a:pPr marL="342900" indent="-342900" algn="l">
              <a:buFont typeface="Arial" panose="020B0604020202020204" pitchFamily="34" charset="0"/>
              <a:buChar char="•"/>
            </a:pPr>
            <a:r>
              <a:rPr lang="en-US" sz="1800" b="1" dirty="0">
                <a:solidFill>
                  <a:schemeClr val="bg1"/>
                </a:solidFill>
              </a:rPr>
              <a:t>Recent Projects</a:t>
            </a:r>
          </a:p>
          <a:p>
            <a:pPr marL="342900" indent="-342900" algn="l">
              <a:buFont typeface="Arial" panose="020B0604020202020204" pitchFamily="34" charset="0"/>
              <a:buChar char="•"/>
            </a:pPr>
            <a:r>
              <a:rPr lang="en-US" sz="1800" b="1" dirty="0">
                <a:solidFill>
                  <a:schemeClr val="bg1"/>
                </a:solidFill>
              </a:rPr>
              <a:t>How to Apply for a Grant</a:t>
            </a:r>
          </a:p>
          <a:p>
            <a:pPr marL="342900" indent="-342900" algn="l">
              <a:buFont typeface="Arial" panose="020B0604020202020204" pitchFamily="34" charset="0"/>
              <a:buChar char="•"/>
            </a:pPr>
            <a:r>
              <a:rPr lang="en-US" sz="1800" b="1" dirty="0">
                <a:solidFill>
                  <a:schemeClr val="bg1"/>
                </a:solidFill>
              </a:rPr>
              <a:t>Palisades Senior RV Park</a:t>
            </a:r>
          </a:p>
          <a:p>
            <a:pPr marL="342900" indent="-342900" algn="l">
              <a:buFont typeface="Arial" panose="020B0604020202020204" pitchFamily="34" charset="0"/>
              <a:buChar char="•"/>
            </a:pPr>
            <a:r>
              <a:rPr lang="en-US" sz="1800" b="1" dirty="0">
                <a:solidFill>
                  <a:schemeClr val="bg1"/>
                </a:solidFill>
              </a:rPr>
              <a:t>Make a Donation</a:t>
            </a:r>
          </a:p>
          <a:p>
            <a:pPr marL="342900" indent="-342900" algn="l">
              <a:buFont typeface="Arial" panose="020B0604020202020204" pitchFamily="34" charset="0"/>
              <a:buChar char="•"/>
            </a:pPr>
            <a:r>
              <a:rPr lang="en-US" sz="1800" b="1" dirty="0">
                <a:solidFill>
                  <a:schemeClr val="bg1"/>
                </a:solidFill>
              </a:rPr>
              <a:t>Contact Us</a:t>
            </a:r>
          </a:p>
          <a:p>
            <a:pPr marL="342900" indent="-342900" algn="l">
              <a:buFont typeface="Arial" panose="020B0604020202020204" pitchFamily="34" charset="0"/>
              <a:buChar char="•"/>
            </a:pPr>
            <a:endParaRPr lang="en-US" sz="1800" b="1" dirty="0">
              <a:solidFill>
                <a:schemeClr val="bg1"/>
              </a:solidFill>
            </a:endParaRPr>
          </a:p>
          <a:p>
            <a:pPr marL="342900" indent="-342900" algn="l">
              <a:buFont typeface="Arial" panose="020B0604020202020204" pitchFamily="34" charset="0"/>
              <a:buChar char="•"/>
            </a:pPr>
            <a:endParaRPr lang="en-US" dirty="0"/>
          </a:p>
        </p:txBody>
      </p:sp>
      <p:sp>
        <p:nvSpPr>
          <p:cNvPr id="10" name="TextBox 9">
            <a:extLst>
              <a:ext uri="{FF2B5EF4-FFF2-40B4-BE49-F238E27FC236}">
                <a16:creationId xmlns:a16="http://schemas.microsoft.com/office/drawing/2014/main" id="{16BE3C3A-51D0-882F-4A21-7D214EBD6005}"/>
              </a:ext>
            </a:extLst>
          </p:cNvPr>
          <p:cNvSpPr txBox="1"/>
          <p:nvPr/>
        </p:nvSpPr>
        <p:spPr>
          <a:xfrm>
            <a:off x="8659532" y="2660073"/>
            <a:ext cx="3232727" cy="3416320"/>
          </a:xfrm>
          <a:prstGeom prst="rect">
            <a:avLst/>
          </a:prstGeom>
          <a:noFill/>
        </p:spPr>
        <p:txBody>
          <a:bodyPr wrap="square" rtlCol="0">
            <a:spAutoFit/>
          </a:bodyPr>
          <a:lstStyle/>
          <a:p>
            <a:r>
              <a:rPr lang="en-US" dirty="0"/>
              <a:t>- Is there a logo for GHA?</a:t>
            </a:r>
          </a:p>
          <a:p>
            <a:pPr marL="285750" indent="-285750">
              <a:buFontTx/>
              <a:buChar char="-"/>
            </a:pPr>
            <a:r>
              <a:rPr lang="en-US" dirty="0"/>
              <a:t>Do we want a separate click on box for the Palisades Senior RV Park?</a:t>
            </a:r>
          </a:p>
          <a:p>
            <a:pPr marL="285750" indent="-285750">
              <a:buFontTx/>
              <a:buChar char="-"/>
            </a:pPr>
            <a:r>
              <a:rPr lang="en-US" dirty="0"/>
              <a:t>Do we want a click on box for reservations at the RV park on the home page?</a:t>
            </a:r>
          </a:p>
          <a:p>
            <a:r>
              <a:rPr lang="en-US" dirty="0"/>
              <a:t>- Do we want contact us at bottom of page or at left?</a:t>
            </a:r>
          </a:p>
          <a:p>
            <a:endParaRPr lang="en-US" dirty="0"/>
          </a:p>
        </p:txBody>
      </p:sp>
    </p:spTree>
    <p:extLst>
      <p:ext uri="{BB962C8B-B14F-4D97-AF65-F5344CB8AC3E}">
        <p14:creationId xmlns:p14="http://schemas.microsoft.com/office/powerpoint/2010/main" val="1822682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4F4A6EF-ECA9-A7F1-E348-E7986830042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E8250D0-23D2-5668-31A8-CC9DCDCE1CFD}"/>
              </a:ext>
            </a:extLst>
          </p:cNvPr>
          <p:cNvSpPr>
            <a:spLocks noGrp="1"/>
          </p:cNvSpPr>
          <p:nvPr>
            <p:ph type="title"/>
          </p:nvPr>
        </p:nvSpPr>
        <p:spPr>
          <a:xfrm>
            <a:off x="0" y="0"/>
            <a:ext cx="8534400" cy="1507067"/>
          </a:xfrm>
        </p:spPr>
        <p:txBody>
          <a:bodyPr/>
          <a:lstStyle/>
          <a:p>
            <a:r>
              <a:rPr lang="en-US" b="1" u="sng" dirty="0">
                <a:solidFill>
                  <a:schemeClr val="bg1"/>
                </a:solidFill>
              </a:rPr>
              <a:t>About the Gunnison Home Association</a:t>
            </a:r>
          </a:p>
        </p:txBody>
      </p:sp>
      <p:sp>
        <p:nvSpPr>
          <p:cNvPr id="8" name="Content Placeholder 7">
            <a:extLst>
              <a:ext uri="{FF2B5EF4-FFF2-40B4-BE49-F238E27FC236}">
                <a16:creationId xmlns:a16="http://schemas.microsoft.com/office/drawing/2014/main" id="{D5961868-79B1-0D55-1383-F49A7E019670}"/>
              </a:ext>
            </a:extLst>
          </p:cNvPr>
          <p:cNvSpPr>
            <a:spLocks noGrp="1"/>
          </p:cNvSpPr>
          <p:nvPr>
            <p:ph idx="1"/>
          </p:nvPr>
        </p:nvSpPr>
        <p:spPr>
          <a:xfrm>
            <a:off x="139267" y="3096491"/>
            <a:ext cx="8534400" cy="3615267"/>
          </a:xfrm>
        </p:spPr>
        <p:txBody>
          <a:bodyPr>
            <a:normAutofit/>
          </a:bodyPr>
          <a:lstStyle/>
          <a:p>
            <a:r>
              <a:rPr lang="en-US" sz="1600" dirty="0">
                <a:solidFill>
                  <a:schemeClr val="tx1"/>
                </a:solidFill>
              </a:rPr>
              <a:t>The Mission of the Gunnison Home Association (GHA) is to assist in the provision of basic needs and amenities to seniors in the Gunnison Valley. These services may include housing, food assistance, transportation, medical needs or social and cultural enrichment. It is our goal through our activities and grant program to provide financial assistance to be used to enhance the lives of senior citizens in our area, whether full-time or seasonal residents.</a:t>
            </a:r>
          </a:p>
          <a:p>
            <a:r>
              <a:rPr lang="en-US" sz="1600" dirty="0">
                <a:solidFill>
                  <a:schemeClr val="tx1"/>
                </a:solidFill>
              </a:rPr>
              <a:t>The GHA is a 501 © (3) non-profit corporation/organization for the charitable purpose of supporting long term care and many other senior services. </a:t>
            </a:r>
          </a:p>
        </p:txBody>
      </p:sp>
    </p:spTree>
    <p:extLst>
      <p:ext uri="{BB962C8B-B14F-4D97-AF65-F5344CB8AC3E}">
        <p14:creationId xmlns:p14="http://schemas.microsoft.com/office/powerpoint/2010/main" val="1137792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706DF3-CAE2-3704-0E97-35E8D99E963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6854BDB-3F44-E8E9-3C7D-568C07AD12B3}"/>
              </a:ext>
            </a:extLst>
          </p:cNvPr>
          <p:cNvSpPr>
            <a:spLocks noGrp="1"/>
          </p:cNvSpPr>
          <p:nvPr>
            <p:ph type="title"/>
          </p:nvPr>
        </p:nvSpPr>
        <p:spPr>
          <a:xfrm>
            <a:off x="0" y="-1"/>
            <a:ext cx="5181599" cy="1320801"/>
          </a:xfrm>
        </p:spPr>
        <p:txBody>
          <a:bodyPr/>
          <a:lstStyle/>
          <a:p>
            <a:r>
              <a:rPr lang="en-US" b="1" dirty="0">
                <a:solidFill>
                  <a:schemeClr val="bg1"/>
                </a:solidFill>
              </a:rPr>
              <a:t>History of the GHA</a:t>
            </a:r>
          </a:p>
        </p:txBody>
      </p:sp>
      <p:sp>
        <p:nvSpPr>
          <p:cNvPr id="3" name="Content Placeholder 2">
            <a:extLst>
              <a:ext uri="{FF2B5EF4-FFF2-40B4-BE49-F238E27FC236}">
                <a16:creationId xmlns:a16="http://schemas.microsoft.com/office/drawing/2014/main" id="{7030609B-1195-1309-427F-EEB04C2AE7EA}"/>
              </a:ext>
            </a:extLst>
          </p:cNvPr>
          <p:cNvSpPr>
            <a:spLocks noGrp="1"/>
          </p:cNvSpPr>
          <p:nvPr>
            <p:ph idx="1"/>
          </p:nvPr>
        </p:nvSpPr>
        <p:spPr>
          <a:xfrm>
            <a:off x="0" y="2540001"/>
            <a:ext cx="12192000" cy="4317998"/>
          </a:xfrm>
        </p:spPr>
        <p:txBody>
          <a:bodyPr>
            <a:normAutofit fontScale="92500" lnSpcReduction="10000"/>
          </a:bodyPr>
          <a:lstStyle/>
          <a:p>
            <a:endParaRPr lang="en-US" dirty="0">
              <a:solidFill>
                <a:schemeClr val="bg1"/>
              </a:solidFill>
            </a:endParaRPr>
          </a:p>
          <a:p>
            <a:endParaRPr lang="en-US" dirty="0">
              <a:solidFill>
                <a:schemeClr val="bg1"/>
              </a:solidFill>
            </a:endParaRPr>
          </a:p>
          <a:p>
            <a:r>
              <a:rPr lang="en-US" sz="1600" dirty="0">
                <a:solidFill>
                  <a:schemeClr val="tx1"/>
                </a:solidFill>
              </a:rPr>
              <a:t>In 1972-73 long-time resident Ben Jorgensen, recognized the need for special facilities for seniors. He donated 17 acres of land in West Gunnison to the City of Gunnison near the Gunnison River and a spectacular volcanic rock formation known as the Palisades. The land was to be perpetually reserved for the exclusive use as a site for construction and operation of a long-term care facility and appurtenant dwelling units for the elderly. The Gunnison City Council appointed a five-member committee to pursue the vision. </a:t>
            </a:r>
          </a:p>
          <a:p>
            <a:r>
              <a:rPr lang="en-US" sz="1600" dirty="0">
                <a:solidFill>
                  <a:schemeClr val="tx1"/>
                </a:solidFill>
              </a:rPr>
              <a:t>By 1976 four local banks, the GHA Board and hundreds of individuals and groups raised the funds needed to complete the facility and it received its first occupants by that fall. Over the years three separate expansions were completed: the Iva Lehman Solarium; a workshop and storage facility in memory  of Clarence Lehman, and a 4,200 sq. ft. addition and major remodeling of space in the original building.  </a:t>
            </a:r>
          </a:p>
          <a:p>
            <a:r>
              <a:rPr lang="en-US" sz="1600" dirty="0">
                <a:solidFill>
                  <a:schemeClr val="tx1"/>
                </a:solidFill>
              </a:rPr>
              <a:t>In 1995 the GHA transferred ownership of the Health Care Facility and six acres of land to Gunnison County, who now operates the facilities under the same authority as it operates the Gunnison Valley Hospital and Public Health Services.</a:t>
            </a:r>
          </a:p>
          <a:p>
            <a:r>
              <a:rPr lang="en-US" sz="1600" dirty="0">
                <a:solidFill>
                  <a:schemeClr val="tx1"/>
                </a:solidFill>
              </a:rPr>
              <a:t>By 2000 the Willows Assisted Living Center was built and managed by the GHA through 2007. At that time the facility was transferred to the County and became a part of Gunnison Valley Health.</a:t>
            </a:r>
          </a:p>
          <a:p>
            <a:endParaRPr lang="en-US" sz="1800" dirty="0">
              <a:solidFill>
                <a:schemeClr val="bg1"/>
              </a:solidFill>
            </a:endParaRPr>
          </a:p>
        </p:txBody>
      </p:sp>
    </p:spTree>
    <p:extLst>
      <p:ext uri="{BB962C8B-B14F-4D97-AF65-F5344CB8AC3E}">
        <p14:creationId xmlns:p14="http://schemas.microsoft.com/office/powerpoint/2010/main" val="1730816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9004A5-2E99-380A-983B-2F4789EC2A4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9309" y="0"/>
            <a:ext cx="12321309" cy="6858000"/>
          </a:xfrm>
          <a:prstGeom prst="rect">
            <a:avLst/>
          </a:prstGeom>
        </p:spPr>
      </p:pic>
      <p:sp>
        <p:nvSpPr>
          <p:cNvPr id="2" name="Title 1">
            <a:extLst>
              <a:ext uri="{FF2B5EF4-FFF2-40B4-BE49-F238E27FC236}">
                <a16:creationId xmlns:a16="http://schemas.microsoft.com/office/drawing/2014/main" id="{FDDCF9F2-43A2-8BF3-D330-3B80D5DB451C}"/>
              </a:ext>
            </a:extLst>
          </p:cNvPr>
          <p:cNvSpPr>
            <a:spLocks noGrp="1"/>
          </p:cNvSpPr>
          <p:nvPr>
            <p:ph type="title"/>
          </p:nvPr>
        </p:nvSpPr>
        <p:spPr>
          <a:xfrm>
            <a:off x="-129309" y="23018"/>
            <a:ext cx="5347855" cy="1325563"/>
          </a:xfrm>
        </p:spPr>
        <p:txBody>
          <a:bodyPr/>
          <a:lstStyle/>
          <a:p>
            <a:r>
              <a:rPr lang="en-US" dirty="0"/>
              <a:t>History – Past Projects</a:t>
            </a:r>
          </a:p>
        </p:txBody>
      </p:sp>
      <p:sp>
        <p:nvSpPr>
          <p:cNvPr id="3" name="Content Placeholder 2">
            <a:extLst>
              <a:ext uri="{FF2B5EF4-FFF2-40B4-BE49-F238E27FC236}">
                <a16:creationId xmlns:a16="http://schemas.microsoft.com/office/drawing/2014/main" id="{21DBD240-0907-1237-1F60-322F2CC21000}"/>
              </a:ext>
            </a:extLst>
          </p:cNvPr>
          <p:cNvSpPr>
            <a:spLocks noGrp="1"/>
          </p:cNvSpPr>
          <p:nvPr>
            <p:ph idx="1"/>
          </p:nvPr>
        </p:nvSpPr>
        <p:spPr>
          <a:xfrm>
            <a:off x="6714836" y="23018"/>
            <a:ext cx="5347856" cy="4715237"/>
          </a:xfrm>
        </p:spPr>
        <p:txBody>
          <a:bodyPr>
            <a:normAutofit/>
          </a:bodyPr>
          <a:lstStyle/>
          <a:p>
            <a:r>
              <a:rPr lang="en-US" sz="1600" dirty="0">
                <a:solidFill>
                  <a:schemeClr val="tx1"/>
                </a:solidFill>
              </a:rPr>
              <a:t>In 2007 the GHA with in-kind assistance from Gunnison County built the Palisades Senior RV Park providing 60 summer recreational vehicle sites for Seniors. Improvements since construction include an extended covered patio, garage, gazebo and two dog parks. </a:t>
            </a:r>
          </a:p>
          <a:p>
            <a:r>
              <a:rPr lang="en-US" sz="1600" dirty="0">
                <a:solidFill>
                  <a:schemeClr val="tx1"/>
                </a:solidFill>
              </a:rPr>
              <a:t>Over the years the GHA has contributed several hundred thousand dollars for numerous projects/entities including: senior transportation, the Gunnison Food Pantry, the Boomers senior group, the senior wing at the Gunnison Recreation Center, the Volunteer Fire Department, handicap accessible independent living units, Hospice and Palliative Care, senior meals program, Mountain Roots, Gunnison Valley Animal Welfare League, the public library, Six Points and the Gunnison Arts Center to name a few. </a:t>
            </a:r>
          </a:p>
        </p:txBody>
      </p:sp>
    </p:spTree>
    <p:extLst>
      <p:ext uri="{BB962C8B-B14F-4D97-AF65-F5344CB8AC3E}">
        <p14:creationId xmlns:p14="http://schemas.microsoft.com/office/powerpoint/2010/main" val="2763270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F5E34-21F4-5682-D988-E97D9B61C720}"/>
              </a:ext>
            </a:extLst>
          </p:cNvPr>
          <p:cNvSpPr>
            <a:spLocks noGrp="1"/>
          </p:cNvSpPr>
          <p:nvPr>
            <p:ph type="title"/>
          </p:nvPr>
        </p:nvSpPr>
        <p:spPr>
          <a:xfrm>
            <a:off x="0" y="0"/>
            <a:ext cx="6751061" cy="1507067"/>
          </a:xfrm>
        </p:spPr>
        <p:txBody>
          <a:bodyPr/>
          <a:lstStyle/>
          <a:p>
            <a:r>
              <a:rPr lang="en-US" dirty="0"/>
              <a:t>Board of Directors</a:t>
            </a:r>
          </a:p>
        </p:txBody>
      </p:sp>
      <p:sp>
        <p:nvSpPr>
          <p:cNvPr id="3" name="Content Placeholder 2">
            <a:extLst>
              <a:ext uri="{FF2B5EF4-FFF2-40B4-BE49-F238E27FC236}">
                <a16:creationId xmlns:a16="http://schemas.microsoft.com/office/drawing/2014/main" id="{0B9E6998-B64D-7E15-E310-9FAD3D1F1DE5}"/>
              </a:ext>
            </a:extLst>
          </p:cNvPr>
          <p:cNvSpPr>
            <a:spLocks noGrp="1"/>
          </p:cNvSpPr>
          <p:nvPr>
            <p:ph idx="1"/>
          </p:nvPr>
        </p:nvSpPr>
        <p:spPr>
          <a:xfrm>
            <a:off x="838200" y="1825625"/>
            <a:ext cx="6458527" cy="4351338"/>
          </a:xfrm>
        </p:spPr>
        <p:txBody>
          <a:bodyPr/>
          <a:lstStyle/>
          <a:p>
            <a:r>
              <a:rPr lang="en-US" dirty="0"/>
              <a:t>Current Board members include:</a:t>
            </a:r>
          </a:p>
          <a:p>
            <a:pPr lvl="1"/>
            <a:r>
              <a:rPr lang="en-US" dirty="0"/>
              <a:t>Don Crosby – President</a:t>
            </a:r>
          </a:p>
          <a:p>
            <a:pPr lvl="1"/>
            <a:r>
              <a:rPr lang="en-US" dirty="0"/>
              <a:t>Rogene </a:t>
            </a:r>
            <a:r>
              <a:rPr lang="en-US" dirty="0" err="1"/>
              <a:t>McKienan</a:t>
            </a:r>
            <a:endParaRPr lang="en-US" dirty="0"/>
          </a:p>
          <a:p>
            <a:pPr lvl="1"/>
            <a:r>
              <a:rPr lang="en-US" dirty="0"/>
              <a:t>Debbie McVey</a:t>
            </a:r>
          </a:p>
          <a:p>
            <a:pPr lvl="1"/>
            <a:r>
              <a:rPr lang="en-US" dirty="0"/>
              <a:t>Sharon Mills</a:t>
            </a:r>
          </a:p>
          <a:p>
            <a:pPr lvl="1"/>
            <a:r>
              <a:rPr lang="en-US" dirty="0"/>
              <a:t>Poly </a:t>
            </a:r>
            <a:r>
              <a:rPr lang="en-US" dirty="0" err="1"/>
              <a:t>Oberossler</a:t>
            </a:r>
            <a:endParaRPr lang="en-US" dirty="0"/>
          </a:p>
          <a:p>
            <a:pPr lvl="1"/>
            <a:r>
              <a:rPr lang="en-US" dirty="0"/>
              <a:t>Linda Rees</a:t>
            </a:r>
          </a:p>
          <a:p>
            <a:pPr lvl="1"/>
            <a:r>
              <a:rPr lang="en-US" dirty="0"/>
              <a:t>Stuart Schneider</a:t>
            </a:r>
          </a:p>
          <a:p>
            <a:pPr lvl="1"/>
            <a:endParaRPr lang="en-US" dirty="0"/>
          </a:p>
        </p:txBody>
      </p:sp>
      <p:pic>
        <p:nvPicPr>
          <p:cNvPr id="5" name="Picture 4">
            <a:extLst>
              <a:ext uri="{FF2B5EF4-FFF2-40B4-BE49-F238E27FC236}">
                <a16:creationId xmlns:a16="http://schemas.microsoft.com/office/drawing/2014/main" id="{94A39461-3D90-0AF2-1FD5-B93D4075FDF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601107" y="0"/>
            <a:ext cx="4590893" cy="6858000"/>
          </a:xfrm>
          <a:prstGeom prst="rect">
            <a:avLst/>
          </a:prstGeom>
        </p:spPr>
      </p:pic>
    </p:spTree>
    <p:extLst>
      <p:ext uri="{BB962C8B-B14F-4D97-AF65-F5344CB8AC3E}">
        <p14:creationId xmlns:p14="http://schemas.microsoft.com/office/powerpoint/2010/main" val="8226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7A638-9A8F-9864-7763-BA25EE98EC81}"/>
              </a:ext>
            </a:extLst>
          </p:cNvPr>
          <p:cNvSpPr>
            <a:spLocks noGrp="1"/>
          </p:cNvSpPr>
          <p:nvPr>
            <p:ph type="title"/>
          </p:nvPr>
        </p:nvSpPr>
        <p:spPr>
          <a:xfrm>
            <a:off x="0" y="0"/>
            <a:ext cx="8534400" cy="1507067"/>
          </a:xfrm>
        </p:spPr>
        <p:txBody>
          <a:bodyPr/>
          <a:lstStyle/>
          <a:p>
            <a:r>
              <a:rPr lang="en-US" dirty="0"/>
              <a:t>Past projects</a:t>
            </a:r>
          </a:p>
        </p:txBody>
      </p:sp>
      <p:pic>
        <p:nvPicPr>
          <p:cNvPr id="5" name="Content Placeholder 4">
            <a:extLst>
              <a:ext uri="{FF2B5EF4-FFF2-40B4-BE49-F238E27FC236}">
                <a16:creationId xmlns:a16="http://schemas.microsoft.com/office/drawing/2014/main" id="{565172FB-4CE2-74BE-322F-CA9CF041DC6A}"/>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351417" y="2034335"/>
            <a:ext cx="4912880" cy="1516790"/>
          </a:xfrm>
        </p:spPr>
      </p:pic>
      <p:pic>
        <p:nvPicPr>
          <p:cNvPr id="7" name="Picture 6">
            <a:extLst>
              <a:ext uri="{FF2B5EF4-FFF2-40B4-BE49-F238E27FC236}">
                <a16:creationId xmlns:a16="http://schemas.microsoft.com/office/drawing/2014/main" id="{2B2D8B80-282C-D829-1562-674DCFDBF1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892365" y="282572"/>
            <a:ext cx="5948217" cy="1797950"/>
          </a:xfrm>
          <a:prstGeom prst="rect">
            <a:avLst/>
          </a:prstGeom>
        </p:spPr>
      </p:pic>
      <p:pic>
        <p:nvPicPr>
          <p:cNvPr id="11" name="Picture 10">
            <a:extLst>
              <a:ext uri="{FF2B5EF4-FFF2-40B4-BE49-F238E27FC236}">
                <a16:creationId xmlns:a16="http://schemas.microsoft.com/office/drawing/2014/main" id="{4D1F9A7D-321D-B572-9375-37FD69F48C2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1418" y="4451927"/>
            <a:ext cx="5139995" cy="1878805"/>
          </a:xfrm>
          <a:prstGeom prst="rect">
            <a:avLst/>
          </a:prstGeom>
        </p:spPr>
      </p:pic>
      <p:pic>
        <p:nvPicPr>
          <p:cNvPr id="13" name="Picture 12">
            <a:extLst>
              <a:ext uri="{FF2B5EF4-FFF2-40B4-BE49-F238E27FC236}">
                <a16:creationId xmlns:a16="http://schemas.microsoft.com/office/drawing/2014/main" id="{5005E727-3BD5-09F2-600E-8D565CFD30F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442234" y="1841389"/>
            <a:ext cx="3007025" cy="2255269"/>
          </a:xfrm>
          <a:prstGeom prst="rect">
            <a:avLst/>
          </a:prstGeom>
        </p:spPr>
      </p:pic>
      <p:pic>
        <p:nvPicPr>
          <p:cNvPr id="9" name="Picture 8">
            <a:extLst>
              <a:ext uri="{FF2B5EF4-FFF2-40B4-BE49-F238E27FC236}">
                <a16:creationId xmlns:a16="http://schemas.microsoft.com/office/drawing/2014/main" id="{95B10C69-5864-FA32-94CF-EC7CB4A414C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313191" y="3823059"/>
            <a:ext cx="4527391" cy="2646218"/>
          </a:xfrm>
          <a:prstGeom prst="rect">
            <a:avLst/>
          </a:prstGeom>
        </p:spPr>
      </p:pic>
      <p:sp>
        <p:nvSpPr>
          <p:cNvPr id="14" name="TextBox 13">
            <a:extLst>
              <a:ext uri="{FF2B5EF4-FFF2-40B4-BE49-F238E27FC236}">
                <a16:creationId xmlns:a16="http://schemas.microsoft.com/office/drawing/2014/main" id="{4C2D5475-BBCA-C19F-98E7-9FEF284ED1FA}"/>
              </a:ext>
            </a:extLst>
          </p:cNvPr>
          <p:cNvSpPr txBox="1"/>
          <p:nvPr/>
        </p:nvSpPr>
        <p:spPr>
          <a:xfrm>
            <a:off x="5701840" y="4618182"/>
            <a:ext cx="1400924" cy="1200329"/>
          </a:xfrm>
          <a:prstGeom prst="rect">
            <a:avLst/>
          </a:prstGeom>
          <a:noFill/>
        </p:spPr>
        <p:txBody>
          <a:bodyPr wrap="square" rtlCol="0">
            <a:spAutoFit/>
          </a:bodyPr>
          <a:lstStyle/>
          <a:p>
            <a:r>
              <a:rPr lang="en-US" dirty="0"/>
              <a:t>Include captions w/ title &amp; date</a:t>
            </a:r>
          </a:p>
        </p:txBody>
      </p:sp>
    </p:spTree>
    <p:extLst>
      <p:ext uri="{BB962C8B-B14F-4D97-AF65-F5344CB8AC3E}">
        <p14:creationId xmlns:p14="http://schemas.microsoft.com/office/powerpoint/2010/main" val="2592882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11AB4-3F64-A015-045E-C7941A2C4969}"/>
              </a:ext>
            </a:extLst>
          </p:cNvPr>
          <p:cNvSpPr>
            <a:spLocks noGrp="1"/>
          </p:cNvSpPr>
          <p:nvPr>
            <p:ph type="title"/>
          </p:nvPr>
        </p:nvSpPr>
        <p:spPr>
          <a:xfrm>
            <a:off x="0" y="7696"/>
            <a:ext cx="4396509" cy="1507067"/>
          </a:xfrm>
        </p:spPr>
        <p:txBody>
          <a:bodyPr/>
          <a:lstStyle/>
          <a:p>
            <a:r>
              <a:rPr lang="en-US" dirty="0"/>
              <a:t>Recent Projects</a:t>
            </a:r>
          </a:p>
        </p:txBody>
      </p:sp>
      <p:sp>
        <p:nvSpPr>
          <p:cNvPr id="3" name="Content Placeholder 2">
            <a:extLst>
              <a:ext uri="{FF2B5EF4-FFF2-40B4-BE49-F238E27FC236}">
                <a16:creationId xmlns:a16="http://schemas.microsoft.com/office/drawing/2014/main" id="{616022A5-59D3-3B79-BC81-D56C06AE1A5C}"/>
              </a:ext>
            </a:extLst>
          </p:cNvPr>
          <p:cNvSpPr>
            <a:spLocks noGrp="1"/>
          </p:cNvSpPr>
          <p:nvPr>
            <p:ph idx="1"/>
          </p:nvPr>
        </p:nvSpPr>
        <p:spPr>
          <a:xfrm>
            <a:off x="2272867" y="2606963"/>
            <a:ext cx="8534400" cy="3615267"/>
          </a:xfrm>
        </p:spPr>
        <p:txBody>
          <a:bodyPr/>
          <a:lstStyle/>
          <a:p>
            <a:endParaRPr lang="en-US" dirty="0"/>
          </a:p>
        </p:txBody>
      </p:sp>
    </p:spTree>
    <p:extLst>
      <p:ext uri="{BB962C8B-B14F-4D97-AF65-F5344CB8AC3E}">
        <p14:creationId xmlns:p14="http://schemas.microsoft.com/office/powerpoint/2010/main" val="2700819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71EE1-838A-A991-E3DA-FA573DE18DC0}"/>
              </a:ext>
            </a:extLst>
          </p:cNvPr>
          <p:cNvSpPr>
            <a:spLocks noGrp="1"/>
          </p:cNvSpPr>
          <p:nvPr>
            <p:ph type="title"/>
          </p:nvPr>
        </p:nvSpPr>
        <p:spPr>
          <a:xfrm>
            <a:off x="0" y="81587"/>
            <a:ext cx="8534400" cy="1507067"/>
          </a:xfrm>
        </p:spPr>
        <p:txBody>
          <a:bodyPr/>
          <a:lstStyle/>
          <a:p>
            <a:r>
              <a:rPr lang="en-US" dirty="0"/>
              <a:t>Previous Grants</a:t>
            </a:r>
          </a:p>
        </p:txBody>
      </p:sp>
      <p:sp>
        <p:nvSpPr>
          <p:cNvPr id="3" name="Content Placeholder 2">
            <a:extLst>
              <a:ext uri="{FF2B5EF4-FFF2-40B4-BE49-F238E27FC236}">
                <a16:creationId xmlns:a16="http://schemas.microsoft.com/office/drawing/2014/main" id="{745299A0-B96C-3DE3-3D02-93088A6938F7}"/>
              </a:ext>
            </a:extLst>
          </p:cNvPr>
          <p:cNvSpPr>
            <a:spLocks noGrp="1"/>
          </p:cNvSpPr>
          <p:nvPr>
            <p:ph idx="1"/>
          </p:nvPr>
        </p:nvSpPr>
        <p:spPr>
          <a:xfrm>
            <a:off x="1044430" y="2062019"/>
            <a:ext cx="8534400" cy="3615267"/>
          </a:xfrm>
        </p:spPr>
        <p:txBody>
          <a:bodyPr/>
          <a:lstStyle/>
          <a:p>
            <a:r>
              <a:rPr lang="en-US" dirty="0"/>
              <a:t>List 3-5 grants</a:t>
            </a:r>
          </a:p>
        </p:txBody>
      </p:sp>
    </p:spTree>
    <p:extLst>
      <p:ext uri="{BB962C8B-B14F-4D97-AF65-F5344CB8AC3E}">
        <p14:creationId xmlns:p14="http://schemas.microsoft.com/office/powerpoint/2010/main" val="1821858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6DC65-99C1-0A1A-9670-F87EAFB1F7F3}"/>
              </a:ext>
            </a:extLst>
          </p:cNvPr>
          <p:cNvSpPr>
            <a:spLocks noGrp="1"/>
          </p:cNvSpPr>
          <p:nvPr>
            <p:ph type="title"/>
          </p:nvPr>
        </p:nvSpPr>
        <p:spPr>
          <a:xfrm>
            <a:off x="0" y="0"/>
            <a:ext cx="4469679" cy="1507067"/>
          </a:xfrm>
        </p:spPr>
        <p:txBody>
          <a:bodyPr/>
          <a:lstStyle/>
          <a:p>
            <a:r>
              <a:rPr lang="en-US" dirty="0"/>
              <a:t>Request a Grant</a:t>
            </a:r>
          </a:p>
        </p:txBody>
      </p:sp>
      <p:sp>
        <p:nvSpPr>
          <p:cNvPr id="3" name="Content Placeholder 2">
            <a:extLst>
              <a:ext uri="{FF2B5EF4-FFF2-40B4-BE49-F238E27FC236}">
                <a16:creationId xmlns:a16="http://schemas.microsoft.com/office/drawing/2014/main" id="{3EE014D7-C4AF-479F-6DAC-28F6A725FAD3}"/>
              </a:ext>
            </a:extLst>
          </p:cNvPr>
          <p:cNvSpPr>
            <a:spLocks noGrp="1"/>
          </p:cNvSpPr>
          <p:nvPr>
            <p:ph idx="1"/>
          </p:nvPr>
        </p:nvSpPr>
        <p:spPr>
          <a:xfrm>
            <a:off x="1506249" y="2274455"/>
            <a:ext cx="8534400" cy="3615267"/>
          </a:xfrm>
        </p:spPr>
        <p:txBody>
          <a:bodyPr/>
          <a:lstStyle/>
          <a:p>
            <a:r>
              <a:rPr lang="en-US" dirty="0"/>
              <a:t>Include Instructions Page</a:t>
            </a:r>
          </a:p>
          <a:p>
            <a:r>
              <a:rPr lang="en-US" dirty="0"/>
              <a:t>Grant Guidelines</a:t>
            </a:r>
          </a:p>
          <a:p>
            <a:r>
              <a:rPr lang="en-US" dirty="0"/>
              <a:t>Include Application Form (fillable?)</a:t>
            </a:r>
          </a:p>
          <a:p>
            <a:endParaRPr lang="en-US" dirty="0"/>
          </a:p>
        </p:txBody>
      </p:sp>
    </p:spTree>
    <p:extLst>
      <p:ext uri="{BB962C8B-B14F-4D97-AF65-F5344CB8AC3E}">
        <p14:creationId xmlns:p14="http://schemas.microsoft.com/office/powerpoint/2010/main" val="952467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402ED-B932-54E3-8D82-F5671AA5BD2B}"/>
              </a:ext>
            </a:extLst>
          </p:cNvPr>
          <p:cNvSpPr>
            <a:spLocks noGrp="1"/>
          </p:cNvSpPr>
          <p:nvPr>
            <p:ph type="title"/>
          </p:nvPr>
        </p:nvSpPr>
        <p:spPr>
          <a:xfrm>
            <a:off x="0" y="0"/>
            <a:ext cx="8534400" cy="1507067"/>
          </a:xfrm>
        </p:spPr>
        <p:txBody>
          <a:bodyPr/>
          <a:lstStyle/>
          <a:p>
            <a:r>
              <a:rPr lang="en-US" dirty="0"/>
              <a:t>Make a Donation</a:t>
            </a:r>
          </a:p>
        </p:txBody>
      </p:sp>
      <p:sp>
        <p:nvSpPr>
          <p:cNvPr id="3" name="Content Placeholder 2">
            <a:extLst>
              <a:ext uri="{FF2B5EF4-FFF2-40B4-BE49-F238E27FC236}">
                <a16:creationId xmlns:a16="http://schemas.microsoft.com/office/drawing/2014/main" id="{5D6424FA-40AB-740F-5EE0-A4C3B17B3658}"/>
              </a:ext>
            </a:extLst>
          </p:cNvPr>
          <p:cNvSpPr>
            <a:spLocks noGrp="1"/>
          </p:cNvSpPr>
          <p:nvPr>
            <p:ph idx="1"/>
          </p:nvPr>
        </p:nvSpPr>
        <p:spPr>
          <a:xfrm>
            <a:off x="450036" y="2168912"/>
            <a:ext cx="8534400" cy="3615267"/>
          </a:xfrm>
        </p:spPr>
        <p:txBody>
          <a:bodyPr/>
          <a:lstStyle/>
          <a:p>
            <a:endParaRPr lang="en-US" dirty="0"/>
          </a:p>
        </p:txBody>
      </p:sp>
    </p:spTree>
    <p:extLst>
      <p:ext uri="{BB962C8B-B14F-4D97-AF65-F5344CB8AC3E}">
        <p14:creationId xmlns:p14="http://schemas.microsoft.com/office/powerpoint/2010/main" val="723399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F8547-7AEA-BDAE-6D99-43B8CDAE7C58}"/>
              </a:ext>
            </a:extLst>
          </p:cNvPr>
          <p:cNvSpPr>
            <a:spLocks noGrp="1"/>
          </p:cNvSpPr>
          <p:nvPr>
            <p:ph type="title"/>
          </p:nvPr>
        </p:nvSpPr>
        <p:spPr>
          <a:xfrm>
            <a:off x="0" y="0"/>
            <a:ext cx="8534400" cy="1507067"/>
          </a:xfrm>
        </p:spPr>
        <p:txBody>
          <a:bodyPr/>
          <a:lstStyle/>
          <a:p>
            <a:r>
              <a:rPr lang="en-US" dirty="0"/>
              <a:t>Contact Us</a:t>
            </a:r>
          </a:p>
        </p:txBody>
      </p:sp>
      <p:sp>
        <p:nvSpPr>
          <p:cNvPr id="3" name="Content Placeholder 2">
            <a:extLst>
              <a:ext uri="{FF2B5EF4-FFF2-40B4-BE49-F238E27FC236}">
                <a16:creationId xmlns:a16="http://schemas.microsoft.com/office/drawing/2014/main" id="{F281AA48-5784-9CFC-39DF-BBD7D994B0C4}"/>
              </a:ext>
            </a:extLst>
          </p:cNvPr>
          <p:cNvSpPr>
            <a:spLocks noGrp="1"/>
          </p:cNvSpPr>
          <p:nvPr>
            <p:ph idx="1"/>
          </p:nvPr>
        </p:nvSpPr>
        <p:spPr>
          <a:xfrm>
            <a:off x="924358" y="2163618"/>
            <a:ext cx="8534400" cy="3615267"/>
          </a:xfrm>
        </p:spPr>
        <p:txBody>
          <a:bodyPr/>
          <a:lstStyle/>
          <a:p>
            <a:r>
              <a:rPr lang="en-US" dirty="0"/>
              <a:t>Include Address/PO Box</a:t>
            </a:r>
          </a:p>
          <a:p>
            <a:r>
              <a:rPr lang="en-US" dirty="0"/>
              <a:t>Include email</a:t>
            </a:r>
          </a:p>
          <a:p>
            <a:r>
              <a:rPr lang="en-US" dirty="0"/>
              <a:t>Include phone #s if applicable</a:t>
            </a:r>
          </a:p>
        </p:txBody>
      </p:sp>
    </p:spTree>
    <p:extLst>
      <p:ext uri="{BB962C8B-B14F-4D97-AF65-F5344CB8AC3E}">
        <p14:creationId xmlns:p14="http://schemas.microsoft.com/office/powerpoint/2010/main" val="1508993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6A096-7B4F-9892-C5A8-EAA50D68051D}"/>
              </a:ext>
            </a:extLst>
          </p:cNvPr>
          <p:cNvSpPr>
            <a:spLocks noGrp="1"/>
          </p:cNvSpPr>
          <p:nvPr>
            <p:ph type="title"/>
          </p:nvPr>
        </p:nvSpPr>
        <p:spPr>
          <a:xfrm>
            <a:off x="0" y="0"/>
            <a:ext cx="8534400" cy="1507067"/>
          </a:xfrm>
        </p:spPr>
        <p:txBody>
          <a:bodyPr/>
          <a:lstStyle/>
          <a:p>
            <a:r>
              <a:rPr lang="en-US" dirty="0"/>
              <a:t>Palisades Senior RV Park</a:t>
            </a:r>
          </a:p>
        </p:txBody>
      </p:sp>
      <p:pic>
        <p:nvPicPr>
          <p:cNvPr id="5" name="Content Placeholder 4">
            <a:extLst>
              <a:ext uri="{FF2B5EF4-FFF2-40B4-BE49-F238E27FC236}">
                <a16:creationId xmlns:a16="http://schemas.microsoft.com/office/drawing/2014/main" id="{872CA7E5-8D51-5665-81D4-ACCCA8B4B637}"/>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4841354" y="1795346"/>
            <a:ext cx="6535704" cy="4155417"/>
          </a:xfrm>
        </p:spPr>
      </p:pic>
      <p:sp>
        <p:nvSpPr>
          <p:cNvPr id="6" name="TextBox 5">
            <a:extLst>
              <a:ext uri="{FF2B5EF4-FFF2-40B4-BE49-F238E27FC236}">
                <a16:creationId xmlns:a16="http://schemas.microsoft.com/office/drawing/2014/main" id="{608EC9B7-0BCB-7580-F43A-B156BE6C37DE}"/>
              </a:ext>
            </a:extLst>
          </p:cNvPr>
          <p:cNvSpPr txBox="1"/>
          <p:nvPr/>
        </p:nvSpPr>
        <p:spPr>
          <a:xfrm>
            <a:off x="613317" y="1507067"/>
            <a:ext cx="3925229" cy="4924425"/>
          </a:xfrm>
          <a:prstGeom prst="rect">
            <a:avLst/>
          </a:prstGeom>
          <a:noFill/>
        </p:spPr>
        <p:txBody>
          <a:bodyPr wrap="square" rtlCol="0">
            <a:spAutoFit/>
          </a:bodyPr>
          <a:lstStyle/>
          <a:p>
            <a:pPr marL="285750" indent="-285750">
              <a:buFont typeface="Wingdings" panose="05000000000000000000" pitchFamily="2" charset="2"/>
              <a:buChar char="§"/>
            </a:pPr>
            <a:r>
              <a:rPr lang="en-US" b="1" dirty="0"/>
              <a:t>Adult RV Park 55 and up </a:t>
            </a:r>
          </a:p>
          <a:p>
            <a:pPr marL="285750" indent="-285750">
              <a:buFont typeface="Wingdings" panose="05000000000000000000" pitchFamily="2" charset="2"/>
              <a:buChar char="§"/>
            </a:pPr>
            <a:r>
              <a:rPr lang="en-US" b="1" dirty="0"/>
              <a:t>60 full-service public campsites for rent daily, weekly or monthly</a:t>
            </a:r>
          </a:p>
          <a:p>
            <a:pPr marL="285750" indent="-285750">
              <a:buFont typeface="Wingdings" panose="05000000000000000000" pitchFamily="2" charset="2"/>
              <a:buChar char="§"/>
            </a:pPr>
            <a:r>
              <a:rPr lang="en-US" b="1" dirty="0"/>
              <a:t>470 North Third Street Gunnison, CO 81230</a:t>
            </a:r>
          </a:p>
          <a:p>
            <a:pPr marL="285750" indent="-285750">
              <a:buFont typeface="Wingdings" panose="05000000000000000000" pitchFamily="2" charset="2"/>
              <a:buChar char="§"/>
            </a:pPr>
            <a:r>
              <a:rPr lang="en-US" b="1" dirty="0"/>
              <a:t>(970) 641-4951</a:t>
            </a:r>
          </a:p>
          <a:p>
            <a:pPr marL="285750" indent="-285750">
              <a:buFont typeface="Wingdings" panose="05000000000000000000" pitchFamily="2" charset="2"/>
              <a:buChar char="§"/>
            </a:pPr>
            <a:r>
              <a:rPr lang="en-US" b="1" dirty="0">
                <a:solidFill>
                  <a:schemeClr val="accent1">
                    <a:lumMod val="75000"/>
                  </a:schemeClr>
                </a:solidFill>
                <a:hlinkClick r:id="rId3">
                  <a:extLst>
                    <a:ext uri="{A12FA001-AC4F-418D-AE19-62706E023703}">
                      <ahyp:hlinkClr xmlns:ahyp="http://schemas.microsoft.com/office/drawing/2018/hyperlinkcolor" val="tx"/>
                    </a:ext>
                  </a:extLst>
                </a:hlinkClick>
              </a:rPr>
              <a:t>palisadesrv_55@tyahoo.com</a:t>
            </a:r>
            <a:endParaRPr lang="en-US" b="1" dirty="0">
              <a:solidFill>
                <a:schemeClr val="accent1">
                  <a:lumMod val="75000"/>
                </a:schemeClr>
              </a:solidFill>
            </a:endParaRPr>
          </a:p>
          <a:p>
            <a:pPr marL="285750" indent="-285750">
              <a:buFont typeface="Wingdings" panose="05000000000000000000" pitchFamily="2" charset="2"/>
              <a:buChar char="§"/>
            </a:pPr>
            <a:r>
              <a:rPr lang="en-US" b="1" dirty="0">
                <a:solidFill>
                  <a:schemeClr val="accent1">
                    <a:lumMod val="75000"/>
                  </a:schemeClr>
                </a:solidFill>
                <a:hlinkClick r:id="rId4">
                  <a:extLst>
                    <a:ext uri="{A12FA001-AC4F-418D-AE19-62706E023703}">
                      <ahyp:hlinkClr xmlns:ahyp="http://schemas.microsoft.com/office/drawing/2018/hyperlinkcolor" val="tx"/>
                    </a:ext>
                  </a:extLst>
                </a:hlinkClick>
              </a:rPr>
              <a:t>www.gunnisonchamber.com</a:t>
            </a:r>
            <a:endParaRPr lang="en-US" b="1" dirty="0">
              <a:solidFill>
                <a:schemeClr val="accent1">
                  <a:lumMod val="75000"/>
                </a:schemeClr>
              </a:solidFill>
            </a:endParaRPr>
          </a:p>
          <a:p>
            <a:pPr marL="285750" indent="-285750">
              <a:buFont typeface="Wingdings" panose="05000000000000000000" pitchFamily="2" charset="2"/>
              <a:buChar char="§"/>
            </a:pPr>
            <a:r>
              <a:rPr lang="en-US" b="1" dirty="0"/>
              <a:t>Activities include:</a:t>
            </a:r>
          </a:p>
          <a:p>
            <a:pPr marL="742950" lvl="1" indent="-285750">
              <a:buFont typeface="Wingdings" panose="05000000000000000000" pitchFamily="2" charset="2"/>
              <a:buChar char="Ø"/>
            </a:pPr>
            <a:r>
              <a:rPr lang="en-US" sz="1400" b="1" dirty="0"/>
              <a:t>Quiet relaxing location</a:t>
            </a:r>
          </a:p>
          <a:p>
            <a:pPr marL="742950" lvl="1" indent="-285750">
              <a:buFont typeface="Wingdings" panose="05000000000000000000" pitchFamily="2" charset="2"/>
              <a:buChar char="Ø"/>
            </a:pPr>
            <a:r>
              <a:rPr lang="en-US" sz="1400" b="1" dirty="0"/>
              <a:t>Weekend BBQs</a:t>
            </a:r>
          </a:p>
          <a:p>
            <a:pPr marL="742950" lvl="1" indent="-285750">
              <a:buFont typeface="Wingdings" panose="05000000000000000000" pitchFamily="2" charset="2"/>
              <a:buChar char="Ø"/>
            </a:pPr>
            <a:r>
              <a:rPr lang="en-US" sz="1400" b="1" dirty="0"/>
              <a:t>Mid-week Happy Hours with local speakers</a:t>
            </a:r>
          </a:p>
          <a:p>
            <a:pPr marL="742950" lvl="1" indent="-285750">
              <a:buFont typeface="Wingdings" panose="05000000000000000000" pitchFamily="2" charset="2"/>
              <a:buChar char="Ø"/>
            </a:pPr>
            <a:r>
              <a:rPr lang="en-US" sz="1400" b="1" dirty="0"/>
              <a:t>Backcountry Rod Trips</a:t>
            </a:r>
          </a:p>
          <a:p>
            <a:pPr marL="742950" lvl="1" indent="-285750">
              <a:buFont typeface="Wingdings" panose="05000000000000000000" pitchFamily="2" charset="2"/>
              <a:buChar char="Ø"/>
            </a:pPr>
            <a:r>
              <a:rPr lang="en-US" sz="1400" b="1" dirty="0"/>
              <a:t>Board games, cards, sewing</a:t>
            </a:r>
          </a:p>
          <a:p>
            <a:pPr marL="742950" lvl="1" indent="-285750">
              <a:buFont typeface="Wingdings" panose="05000000000000000000" pitchFamily="2" charset="2"/>
              <a:buChar char="Ø"/>
            </a:pPr>
            <a:r>
              <a:rPr lang="en-US" sz="1400" b="1" dirty="0"/>
              <a:t>Morning RC Airplane flights</a:t>
            </a:r>
          </a:p>
          <a:p>
            <a:endParaRPr lang="en-US" dirty="0"/>
          </a:p>
          <a:p>
            <a:endParaRPr lang="en-US" dirty="0"/>
          </a:p>
        </p:txBody>
      </p:sp>
    </p:spTree>
    <p:extLst>
      <p:ext uri="{BB962C8B-B14F-4D97-AF65-F5344CB8AC3E}">
        <p14:creationId xmlns:p14="http://schemas.microsoft.com/office/powerpoint/2010/main" val="4075163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CED2B-8EE5-E907-EBCB-607E6A8F7D90}"/>
              </a:ext>
            </a:extLst>
          </p:cNvPr>
          <p:cNvSpPr>
            <a:spLocks noGrp="1"/>
          </p:cNvSpPr>
          <p:nvPr>
            <p:ph type="title"/>
          </p:nvPr>
        </p:nvSpPr>
        <p:spPr>
          <a:xfrm>
            <a:off x="0" y="7696"/>
            <a:ext cx="8534400" cy="1507067"/>
          </a:xfrm>
        </p:spPr>
        <p:txBody>
          <a:bodyPr/>
          <a:lstStyle/>
          <a:p>
            <a:r>
              <a:rPr lang="en-US" dirty="0"/>
              <a:t>Palisades Senior RV Park Pages</a:t>
            </a:r>
          </a:p>
        </p:txBody>
      </p:sp>
      <p:sp>
        <p:nvSpPr>
          <p:cNvPr id="3" name="Content Placeholder 2">
            <a:extLst>
              <a:ext uri="{FF2B5EF4-FFF2-40B4-BE49-F238E27FC236}">
                <a16:creationId xmlns:a16="http://schemas.microsoft.com/office/drawing/2014/main" id="{74B9B90A-A5DF-2E1A-B6F1-71760C4E93BB}"/>
              </a:ext>
            </a:extLst>
          </p:cNvPr>
          <p:cNvSpPr>
            <a:spLocks noGrp="1"/>
          </p:cNvSpPr>
          <p:nvPr>
            <p:ph idx="1"/>
          </p:nvPr>
        </p:nvSpPr>
        <p:spPr>
          <a:xfrm>
            <a:off x="1247630" y="1514764"/>
            <a:ext cx="5199352" cy="4679758"/>
          </a:xfrm>
        </p:spPr>
        <p:txBody>
          <a:bodyPr>
            <a:normAutofit fontScale="85000" lnSpcReduction="20000"/>
          </a:bodyPr>
          <a:lstStyle/>
          <a:p>
            <a:r>
              <a:rPr lang="en-US" dirty="0"/>
              <a:t>Overview Page - purpose</a:t>
            </a:r>
          </a:p>
          <a:p>
            <a:r>
              <a:rPr lang="en-US" dirty="0"/>
              <a:t>Brief Description of RV park - amenities</a:t>
            </a:r>
          </a:p>
          <a:p>
            <a:r>
              <a:rPr lang="en-US" dirty="0"/>
              <a:t>Contact Address &amp; phone number(s)</a:t>
            </a:r>
          </a:p>
          <a:p>
            <a:r>
              <a:rPr lang="en-US" dirty="0"/>
              <a:t>City Map with location</a:t>
            </a:r>
          </a:p>
          <a:p>
            <a:r>
              <a:rPr lang="en-US" dirty="0"/>
              <a:t>Map with numbered sites</a:t>
            </a:r>
          </a:p>
          <a:p>
            <a:r>
              <a:rPr lang="en-US" dirty="0"/>
              <a:t>Season of Use/dates</a:t>
            </a:r>
          </a:p>
          <a:p>
            <a:r>
              <a:rPr lang="en-US" dirty="0"/>
              <a:t>Park Guidelines (rules)</a:t>
            </a:r>
          </a:p>
          <a:p>
            <a:r>
              <a:rPr lang="en-US" dirty="0"/>
              <a:t>On-site &amp; Nearby Activities</a:t>
            </a:r>
          </a:p>
          <a:p>
            <a:r>
              <a:rPr lang="en-US" dirty="0"/>
              <a:t>Gunnison Valley Local Attractions</a:t>
            </a:r>
          </a:p>
          <a:p>
            <a:r>
              <a:rPr lang="en-US" dirty="0"/>
              <a:t>Links to other sites (Senior Center; Chamber of Commerce/VC; Parks &amp; Recreation; etc.</a:t>
            </a:r>
          </a:p>
          <a:p>
            <a:r>
              <a:rPr lang="en-US" dirty="0"/>
              <a:t>Volunteer Opportunities</a:t>
            </a:r>
          </a:p>
          <a:p>
            <a:r>
              <a:rPr lang="en-US" dirty="0"/>
              <a:t>Current RV Park Staff</a:t>
            </a:r>
          </a:p>
          <a:p>
            <a:r>
              <a:rPr lang="en-US" dirty="0"/>
              <a:t>Photos</a:t>
            </a:r>
          </a:p>
          <a:p>
            <a:endParaRPr lang="en-US" dirty="0"/>
          </a:p>
          <a:p>
            <a:endParaRPr lang="en-US" dirty="0"/>
          </a:p>
        </p:txBody>
      </p:sp>
      <p:pic>
        <p:nvPicPr>
          <p:cNvPr id="5" name="Picture 4">
            <a:extLst>
              <a:ext uri="{FF2B5EF4-FFF2-40B4-BE49-F238E27FC236}">
                <a16:creationId xmlns:a16="http://schemas.microsoft.com/office/drawing/2014/main" id="{8449E510-FA7C-6A55-A667-E43FB228EA4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63855" y="1247034"/>
            <a:ext cx="5828145" cy="3128094"/>
          </a:xfrm>
          <a:prstGeom prst="rect">
            <a:avLst/>
          </a:prstGeom>
        </p:spPr>
      </p:pic>
    </p:spTree>
    <p:extLst>
      <p:ext uri="{BB962C8B-B14F-4D97-AF65-F5344CB8AC3E}">
        <p14:creationId xmlns:p14="http://schemas.microsoft.com/office/powerpoint/2010/main" val="1125487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5BBC2-329D-E497-5125-EEDBA252E2F0}"/>
              </a:ext>
            </a:extLst>
          </p:cNvPr>
          <p:cNvSpPr>
            <a:spLocks noGrp="1"/>
          </p:cNvSpPr>
          <p:nvPr>
            <p:ph type="title"/>
          </p:nvPr>
        </p:nvSpPr>
        <p:spPr>
          <a:xfrm>
            <a:off x="0" y="0"/>
            <a:ext cx="4661210" cy="1507067"/>
          </a:xfrm>
        </p:spPr>
        <p:txBody>
          <a:bodyPr/>
          <a:lstStyle/>
          <a:p>
            <a:r>
              <a:rPr lang="en-US" dirty="0"/>
              <a:t>Map of Gunnison</a:t>
            </a:r>
          </a:p>
        </p:txBody>
      </p:sp>
      <p:pic>
        <p:nvPicPr>
          <p:cNvPr id="5" name="Content Placeholder 4">
            <a:extLst>
              <a:ext uri="{FF2B5EF4-FFF2-40B4-BE49-F238E27FC236}">
                <a16:creationId xmlns:a16="http://schemas.microsoft.com/office/drawing/2014/main" id="{64DE5930-8274-5EE9-FBCA-4213527C1385}"/>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6096000" y="753533"/>
            <a:ext cx="4467241" cy="4984035"/>
          </a:xfrm>
        </p:spPr>
      </p:pic>
    </p:spTree>
    <p:extLst>
      <p:ext uri="{BB962C8B-B14F-4D97-AF65-F5344CB8AC3E}">
        <p14:creationId xmlns:p14="http://schemas.microsoft.com/office/powerpoint/2010/main" val="3218223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87118-830D-98AC-6929-1180936DAF75}"/>
              </a:ext>
            </a:extLst>
          </p:cNvPr>
          <p:cNvSpPr>
            <a:spLocks noGrp="1"/>
          </p:cNvSpPr>
          <p:nvPr>
            <p:ph type="title"/>
          </p:nvPr>
        </p:nvSpPr>
        <p:spPr>
          <a:xfrm>
            <a:off x="0" y="0"/>
            <a:ext cx="3813717" cy="1507067"/>
          </a:xfrm>
        </p:spPr>
        <p:txBody>
          <a:bodyPr/>
          <a:lstStyle/>
          <a:p>
            <a:r>
              <a:rPr lang="en-US" dirty="0"/>
              <a:t>RV Park Map</a:t>
            </a:r>
          </a:p>
        </p:txBody>
      </p:sp>
      <p:pic>
        <p:nvPicPr>
          <p:cNvPr id="5" name="Content Placeholder 4">
            <a:extLst>
              <a:ext uri="{FF2B5EF4-FFF2-40B4-BE49-F238E27FC236}">
                <a16:creationId xmlns:a16="http://schemas.microsoft.com/office/drawing/2014/main" id="{DEF7D4D9-6B42-09C2-001F-5D89675534EA}"/>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4516244" y="198941"/>
            <a:ext cx="5289397" cy="6460118"/>
          </a:xfrm>
        </p:spPr>
      </p:pic>
    </p:spTree>
    <p:extLst>
      <p:ext uri="{BB962C8B-B14F-4D97-AF65-F5344CB8AC3E}">
        <p14:creationId xmlns:p14="http://schemas.microsoft.com/office/powerpoint/2010/main" val="1278977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23864EC-A8F8-1A4F-B9FD-FC986F2B096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515597" y="5161241"/>
            <a:ext cx="2207377" cy="1269800"/>
          </a:xfrm>
          <a:prstGeom prst="rect">
            <a:avLst/>
          </a:prstGeom>
        </p:spPr>
      </p:pic>
      <p:sp>
        <p:nvSpPr>
          <p:cNvPr id="2" name="Title 1">
            <a:extLst>
              <a:ext uri="{FF2B5EF4-FFF2-40B4-BE49-F238E27FC236}">
                <a16:creationId xmlns:a16="http://schemas.microsoft.com/office/drawing/2014/main" id="{2AEF42B6-984B-2E3A-52FF-C3EC2BF149AA}"/>
              </a:ext>
            </a:extLst>
          </p:cNvPr>
          <p:cNvSpPr>
            <a:spLocks noGrp="1"/>
          </p:cNvSpPr>
          <p:nvPr>
            <p:ph type="title"/>
          </p:nvPr>
        </p:nvSpPr>
        <p:spPr>
          <a:xfrm>
            <a:off x="0" y="0"/>
            <a:ext cx="8534400" cy="1507067"/>
          </a:xfrm>
        </p:spPr>
        <p:txBody>
          <a:bodyPr/>
          <a:lstStyle/>
          <a:p>
            <a:r>
              <a:rPr lang="en-US" dirty="0"/>
              <a:t>Site Provisions</a:t>
            </a:r>
          </a:p>
        </p:txBody>
      </p:sp>
      <p:sp>
        <p:nvSpPr>
          <p:cNvPr id="3" name="Content Placeholder 2">
            <a:extLst>
              <a:ext uri="{FF2B5EF4-FFF2-40B4-BE49-F238E27FC236}">
                <a16:creationId xmlns:a16="http://schemas.microsoft.com/office/drawing/2014/main" id="{62BFAF56-E907-D1DC-AE78-4AC01538987B}"/>
              </a:ext>
            </a:extLst>
          </p:cNvPr>
          <p:cNvSpPr>
            <a:spLocks noGrp="1"/>
          </p:cNvSpPr>
          <p:nvPr>
            <p:ph idx="1"/>
          </p:nvPr>
        </p:nvSpPr>
        <p:spPr>
          <a:xfrm>
            <a:off x="6940046" y="1360448"/>
            <a:ext cx="4835642" cy="4669058"/>
          </a:xfrm>
        </p:spPr>
        <p:txBody>
          <a:bodyPr>
            <a:normAutofit fontScale="70000" lnSpcReduction="20000"/>
          </a:bodyPr>
          <a:lstStyle/>
          <a:p>
            <a:r>
              <a:rPr lang="en-US" sz="1900" b="1" dirty="0"/>
              <a:t>Site Provisions</a:t>
            </a:r>
          </a:p>
          <a:p>
            <a:pPr lvl="1">
              <a:buFont typeface="Wingdings" panose="05000000000000000000" pitchFamily="2" charset="2"/>
              <a:buChar char="v"/>
            </a:pPr>
            <a:r>
              <a:rPr lang="en-US" sz="1900" b="1" dirty="0"/>
              <a:t>27 pull-through sites</a:t>
            </a:r>
          </a:p>
          <a:p>
            <a:pPr lvl="1">
              <a:buFont typeface="Wingdings" panose="05000000000000000000" pitchFamily="2" charset="2"/>
              <a:buChar char="v"/>
            </a:pPr>
            <a:r>
              <a:rPr lang="en-US" sz="1900" b="1" dirty="0"/>
              <a:t>33 back-in sites</a:t>
            </a:r>
          </a:p>
          <a:p>
            <a:pPr lvl="1">
              <a:buFont typeface="Wingdings" panose="05000000000000000000" pitchFamily="2" charset="2"/>
              <a:buChar char="v"/>
            </a:pPr>
            <a:r>
              <a:rPr lang="en-US" sz="1900" b="1" dirty="0"/>
              <a:t>50 Amp service</a:t>
            </a:r>
          </a:p>
          <a:p>
            <a:pPr lvl="1">
              <a:buFont typeface="Wingdings" panose="05000000000000000000" pitchFamily="2" charset="2"/>
              <a:buChar char="v"/>
            </a:pPr>
            <a:r>
              <a:rPr lang="en-US" sz="1900" b="1" dirty="0"/>
              <a:t>City utilities</a:t>
            </a:r>
          </a:p>
          <a:p>
            <a:pPr lvl="1">
              <a:buFont typeface="Wingdings" panose="05000000000000000000" pitchFamily="2" charset="2"/>
              <a:buChar char="v"/>
            </a:pPr>
            <a:r>
              <a:rPr lang="en-US" sz="1900" b="1" dirty="0"/>
              <a:t>Laundry room</a:t>
            </a:r>
          </a:p>
          <a:p>
            <a:pPr lvl="1">
              <a:buFont typeface="Wingdings" panose="05000000000000000000" pitchFamily="2" charset="2"/>
              <a:buChar char="v"/>
            </a:pPr>
            <a:r>
              <a:rPr lang="en-US" sz="1900" b="1" dirty="0"/>
              <a:t>Handicapped accessible restroom and showers</a:t>
            </a:r>
          </a:p>
          <a:p>
            <a:pPr lvl="1">
              <a:buFont typeface="Wingdings" panose="05000000000000000000" pitchFamily="2" charset="2"/>
              <a:buChar char="v"/>
            </a:pPr>
            <a:r>
              <a:rPr lang="en-US" sz="1900" b="1" dirty="0"/>
              <a:t>Wi Fi internet</a:t>
            </a:r>
          </a:p>
          <a:p>
            <a:pPr lvl="1">
              <a:buFont typeface="Wingdings" panose="05000000000000000000" pitchFamily="2" charset="2"/>
              <a:buChar char="v"/>
            </a:pPr>
            <a:r>
              <a:rPr lang="en-US" sz="1900" b="1" dirty="0"/>
              <a:t>Quiet hours enforced</a:t>
            </a:r>
          </a:p>
          <a:p>
            <a:pPr lvl="1">
              <a:buFont typeface="Wingdings" panose="05000000000000000000" pitchFamily="2" charset="2"/>
              <a:buChar char="v"/>
            </a:pPr>
            <a:r>
              <a:rPr lang="en-US" sz="1900" b="1" dirty="0"/>
              <a:t>Covered recreation area</a:t>
            </a:r>
          </a:p>
          <a:p>
            <a:pPr lvl="1">
              <a:buFont typeface="Wingdings" panose="05000000000000000000" pitchFamily="2" charset="2"/>
              <a:buChar char="v"/>
            </a:pPr>
            <a:r>
              <a:rPr lang="en-US" sz="1900" b="1" dirty="0"/>
              <a:t>Walk to the river &amp; park</a:t>
            </a:r>
          </a:p>
          <a:p>
            <a:pPr lvl="1">
              <a:buFont typeface="Wingdings" panose="05000000000000000000" pitchFamily="2" charset="2"/>
              <a:buChar char="v"/>
            </a:pPr>
            <a:r>
              <a:rPr lang="en-US" sz="1900" b="1" dirty="0"/>
              <a:t>Weekly on-site activities</a:t>
            </a:r>
          </a:p>
          <a:p>
            <a:pPr lvl="1">
              <a:buFont typeface="Wingdings" panose="05000000000000000000" pitchFamily="2" charset="2"/>
              <a:buChar char="v"/>
            </a:pPr>
            <a:r>
              <a:rPr lang="en-US" sz="1900" b="1" dirty="0"/>
              <a:t>Grass dog runs</a:t>
            </a:r>
          </a:p>
          <a:p>
            <a:pPr lvl="1">
              <a:buFont typeface="Wingdings" panose="05000000000000000000" pitchFamily="2" charset="2"/>
              <a:buChar char="v"/>
            </a:pPr>
            <a:r>
              <a:rPr lang="en-US" sz="1900" b="1" dirty="0"/>
              <a:t>RC airplane group</a:t>
            </a:r>
          </a:p>
          <a:p>
            <a:pPr lvl="1">
              <a:buFont typeface="Wingdings" panose="05000000000000000000" pitchFamily="2" charset="2"/>
              <a:buChar char="v"/>
            </a:pPr>
            <a:r>
              <a:rPr lang="en-US" sz="1900" b="1" dirty="0"/>
              <a:t>Biking and walking trails</a:t>
            </a:r>
          </a:p>
          <a:p>
            <a:pPr lvl="1">
              <a:buFont typeface="Wingdings" panose="05000000000000000000" pitchFamily="2" charset="2"/>
              <a:buChar char="v"/>
            </a:pPr>
            <a:r>
              <a:rPr lang="en-US" sz="1900" b="1" dirty="0"/>
              <a:t>5 mph speed limit</a:t>
            </a:r>
          </a:p>
          <a:p>
            <a:pPr lvl="1">
              <a:buFont typeface="Wingdings" panose="05000000000000000000" pitchFamily="2" charset="2"/>
              <a:buChar char="v"/>
            </a:pPr>
            <a:endParaRPr lang="en-US" dirty="0"/>
          </a:p>
          <a:p>
            <a:pPr lvl="1">
              <a:buFont typeface="Wingdings" panose="05000000000000000000" pitchFamily="2" charset="2"/>
              <a:buChar char="v"/>
            </a:pPr>
            <a:endParaRPr lang="en-US" dirty="0"/>
          </a:p>
        </p:txBody>
      </p:sp>
      <p:pic>
        <p:nvPicPr>
          <p:cNvPr id="5" name="Picture 4">
            <a:extLst>
              <a:ext uri="{FF2B5EF4-FFF2-40B4-BE49-F238E27FC236}">
                <a16:creationId xmlns:a16="http://schemas.microsoft.com/office/drawing/2014/main" id="{3015E696-0019-45E0-6F0C-2C939946EEC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60730" y="3282499"/>
            <a:ext cx="1704265" cy="2183928"/>
          </a:xfrm>
          <a:prstGeom prst="rect">
            <a:avLst/>
          </a:prstGeom>
        </p:spPr>
      </p:pic>
      <p:pic>
        <p:nvPicPr>
          <p:cNvPr id="9" name="Picture 8">
            <a:extLst>
              <a:ext uri="{FF2B5EF4-FFF2-40B4-BE49-F238E27FC236}">
                <a16:creationId xmlns:a16="http://schemas.microsoft.com/office/drawing/2014/main" id="{D1122549-0014-6E5A-47DE-BA5525EDD4C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60730" y="1256390"/>
            <a:ext cx="3240754" cy="1861683"/>
          </a:xfrm>
          <a:prstGeom prst="rect">
            <a:avLst/>
          </a:prstGeom>
        </p:spPr>
      </p:pic>
      <p:pic>
        <p:nvPicPr>
          <p:cNvPr id="11" name="Picture 10">
            <a:extLst>
              <a:ext uri="{FF2B5EF4-FFF2-40B4-BE49-F238E27FC236}">
                <a16:creationId xmlns:a16="http://schemas.microsoft.com/office/drawing/2014/main" id="{17296FAA-EC25-9BBC-18FA-A3CD27B98F0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041571" y="625294"/>
            <a:ext cx="2420767" cy="1672683"/>
          </a:xfrm>
          <a:prstGeom prst="rect">
            <a:avLst/>
          </a:prstGeom>
        </p:spPr>
      </p:pic>
      <p:pic>
        <p:nvPicPr>
          <p:cNvPr id="15" name="Picture 14">
            <a:extLst>
              <a:ext uri="{FF2B5EF4-FFF2-40B4-BE49-F238E27FC236}">
                <a16:creationId xmlns:a16="http://schemas.microsoft.com/office/drawing/2014/main" id="{9E136738-3624-E61A-CB11-6993425CB052}"/>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772666" y="2514997"/>
            <a:ext cx="2479288" cy="1859466"/>
          </a:xfrm>
          <a:prstGeom prst="rect">
            <a:avLst/>
          </a:prstGeom>
        </p:spPr>
      </p:pic>
      <p:pic>
        <p:nvPicPr>
          <p:cNvPr id="17" name="Picture 16">
            <a:extLst>
              <a:ext uri="{FF2B5EF4-FFF2-40B4-BE49-F238E27FC236}">
                <a16:creationId xmlns:a16="http://schemas.microsoft.com/office/drawing/2014/main" id="{0DA15993-5409-D6A9-AC25-1C7A1933B3D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613704" y="2415462"/>
            <a:ext cx="1396455" cy="1861684"/>
          </a:xfrm>
          <a:prstGeom prst="rect">
            <a:avLst/>
          </a:prstGeom>
        </p:spPr>
      </p:pic>
      <p:pic>
        <p:nvPicPr>
          <p:cNvPr id="16" name="Picture 15">
            <a:extLst>
              <a:ext uri="{FF2B5EF4-FFF2-40B4-BE49-F238E27FC236}">
                <a16:creationId xmlns:a16="http://schemas.microsoft.com/office/drawing/2014/main" id="{ED3A6771-AEBF-58C3-C20F-50AD70C1FD14}"/>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981195" y="4692526"/>
            <a:ext cx="2958851" cy="1682759"/>
          </a:xfrm>
          <a:prstGeom prst="rect">
            <a:avLst/>
          </a:prstGeom>
        </p:spPr>
      </p:pic>
    </p:spTree>
    <p:extLst>
      <p:ext uri="{BB962C8B-B14F-4D97-AF65-F5344CB8AC3E}">
        <p14:creationId xmlns:p14="http://schemas.microsoft.com/office/powerpoint/2010/main" val="5607220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B8458-30D6-35C9-8309-3CDE3101DC08}"/>
              </a:ext>
            </a:extLst>
          </p:cNvPr>
          <p:cNvSpPr>
            <a:spLocks noGrp="1"/>
          </p:cNvSpPr>
          <p:nvPr>
            <p:ph type="title"/>
          </p:nvPr>
        </p:nvSpPr>
        <p:spPr>
          <a:xfrm>
            <a:off x="0" y="44641"/>
            <a:ext cx="8534400" cy="1507067"/>
          </a:xfrm>
        </p:spPr>
        <p:txBody>
          <a:bodyPr/>
          <a:lstStyle/>
          <a:p>
            <a:r>
              <a:rPr lang="en-US" dirty="0"/>
              <a:t>RV Park Photos</a:t>
            </a:r>
          </a:p>
        </p:txBody>
      </p:sp>
      <p:pic>
        <p:nvPicPr>
          <p:cNvPr id="5" name="Picture 4">
            <a:extLst>
              <a:ext uri="{FF2B5EF4-FFF2-40B4-BE49-F238E27FC236}">
                <a16:creationId xmlns:a16="http://schemas.microsoft.com/office/drawing/2014/main" id="{3C477A7C-7AEA-4C43-E965-C6559F91117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86247" y="1103517"/>
            <a:ext cx="3814969" cy="2325483"/>
          </a:xfrm>
          <a:prstGeom prst="rect">
            <a:avLst/>
          </a:prstGeom>
        </p:spPr>
      </p:pic>
      <p:pic>
        <p:nvPicPr>
          <p:cNvPr id="11" name="Picture 10">
            <a:extLst>
              <a:ext uri="{FF2B5EF4-FFF2-40B4-BE49-F238E27FC236}">
                <a16:creationId xmlns:a16="http://schemas.microsoft.com/office/drawing/2014/main" id="{01A0AB63-C800-3E31-9D1F-6B65059408F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455759" y="3103335"/>
            <a:ext cx="3814969" cy="2024494"/>
          </a:xfrm>
          <a:prstGeom prst="rect">
            <a:avLst/>
          </a:prstGeom>
        </p:spPr>
      </p:pic>
      <p:pic>
        <p:nvPicPr>
          <p:cNvPr id="15" name="Picture 14">
            <a:extLst>
              <a:ext uri="{FF2B5EF4-FFF2-40B4-BE49-F238E27FC236}">
                <a16:creationId xmlns:a16="http://schemas.microsoft.com/office/drawing/2014/main" id="{3D6B7BD2-7106-05C6-C9BC-658201B7E26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866066" y="2362734"/>
            <a:ext cx="2764656" cy="2073492"/>
          </a:xfrm>
          <a:prstGeom prst="rect">
            <a:avLst/>
          </a:prstGeom>
        </p:spPr>
      </p:pic>
      <p:pic>
        <p:nvPicPr>
          <p:cNvPr id="19" name="Picture 18">
            <a:extLst>
              <a:ext uri="{FF2B5EF4-FFF2-40B4-BE49-F238E27FC236}">
                <a16:creationId xmlns:a16="http://schemas.microsoft.com/office/drawing/2014/main" id="{320F912A-13BE-201B-D42A-FCF6E07E4C8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97230" y="3823470"/>
            <a:ext cx="3806840" cy="2488120"/>
          </a:xfrm>
          <a:prstGeom prst="rect">
            <a:avLst/>
          </a:prstGeom>
        </p:spPr>
      </p:pic>
      <p:pic>
        <p:nvPicPr>
          <p:cNvPr id="21" name="Picture 20">
            <a:extLst>
              <a:ext uri="{FF2B5EF4-FFF2-40B4-BE49-F238E27FC236}">
                <a16:creationId xmlns:a16="http://schemas.microsoft.com/office/drawing/2014/main" id="{CA62E2E2-F419-3C66-AA67-8650813FAFC8}"/>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397016" y="4569558"/>
            <a:ext cx="3421905" cy="2024495"/>
          </a:xfrm>
          <a:prstGeom prst="rect">
            <a:avLst/>
          </a:prstGeom>
        </p:spPr>
      </p:pic>
      <p:pic>
        <p:nvPicPr>
          <p:cNvPr id="7" name="Picture 6">
            <a:extLst>
              <a:ext uri="{FF2B5EF4-FFF2-40B4-BE49-F238E27FC236}">
                <a16:creationId xmlns:a16="http://schemas.microsoft.com/office/drawing/2014/main" id="{BCCFA1AA-C8BD-2E89-EF1A-2928B916BA7B}"/>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895036" y="5217802"/>
            <a:ext cx="2660565" cy="1595557"/>
          </a:xfrm>
          <a:prstGeom prst="rect">
            <a:avLst/>
          </a:prstGeom>
        </p:spPr>
      </p:pic>
      <p:pic>
        <p:nvPicPr>
          <p:cNvPr id="8" name="Picture 7">
            <a:extLst>
              <a:ext uri="{FF2B5EF4-FFF2-40B4-BE49-F238E27FC236}">
                <a16:creationId xmlns:a16="http://schemas.microsoft.com/office/drawing/2014/main" id="{DAFAA4C6-ED67-E22A-667F-4AC262E083E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4480843" y="305208"/>
            <a:ext cx="4105596" cy="2605596"/>
          </a:xfrm>
          <a:prstGeom prst="rect">
            <a:avLst/>
          </a:prstGeom>
        </p:spPr>
      </p:pic>
      <p:pic>
        <p:nvPicPr>
          <p:cNvPr id="10" name="Picture 9">
            <a:extLst>
              <a:ext uri="{FF2B5EF4-FFF2-40B4-BE49-F238E27FC236}">
                <a16:creationId xmlns:a16="http://schemas.microsoft.com/office/drawing/2014/main" id="{38087A26-5FA7-AC0A-F403-84DAF9177ED6}"/>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9658548" y="230519"/>
            <a:ext cx="1392311" cy="1998883"/>
          </a:xfrm>
          <a:prstGeom prst="rect">
            <a:avLst/>
          </a:prstGeom>
        </p:spPr>
      </p:pic>
    </p:spTree>
    <p:extLst>
      <p:ext uri="{BB962C8B-B14F-4D97-AF65-F5344CB8AC3E}">
        <p14:creationId xmlns:p14="http://schemas.microsoft.com/office/powerpoint/2010/main" val="1518889237"/>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1940</TotalTime>
  <Words>856</Words>
  <Application>Microsoft Office PowerPoint</Application>
  <PresentationFormat>Widescreen</PresentationFormat>
  <Paragraphs>97</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Century Gothic</vt:lpstr>
      <vt:lpstr>Wingdings</vt:lpstr>
      <vt:lpstr>Wingdings 3</vt:lpstr>
      <vt:lpstr>Slice</vt:lpstr>
      <vt:lpstr>Gunnison Home Association</vt:lpstr>
      <vt:lpstr>About the Gunnison Home Association</vt:lpstr>
      <vt:lpstr>History of the GHA</vt:lpstr>
      <vt:lpstr>History – Past Projects</vt:lpstr>
      <vt:lpstr>Board of Directors</vt:lpstr>
      <vt:lpstr>Past projects</vt:lpstr>
      <vt:lpstr>Recent Projects</vt:lpstr>
      <vt:lpstr>Previous Grants</vt:lpstr>
      <vt:lpstr>Request a Grant</vt:lpstr>
      <vt:lpstr>Make a Donation</vt:lpstr>
      <vt:lpstr>Contact Us</vt:lpstr>
      <vt:lpstr>Palisades Senior RV Park</vt:lpstr>
      <vt:lpstr>Palisades Senior RV Park Pages</vt:lpstr>
      <vt:lpstr>Map of Gunnison</vt:lpstr>
      <vt:lpstr>RV Park Map</vt:lpstr>
      <vt:lpstr>Site Provisions</vt:lpstr>
      <vt:lpstr>RV Park Photos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Stuart Schneider</dc:creator>
  <cp:lastModifiedBy>Stuart Schneider</cp:lastModifiedBy>
  <cp:revision>1</cp:revision>
  <dcterms:created xsi:type="dcterms:W3CDTF">2025-08-11T17:02:19Z</dcterms:created>
  <dcterms:modified xsi:type="dcterms:W3CDTF">2025-08-13T14:31:50Z</dcterms:modified>
</cp:coreProperties>
</file>